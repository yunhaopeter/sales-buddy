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38ee5993a3444e" /><Relationship Type="http://schemas.openxmlformats.org/officeDocument/2006/relationships/extended-properties" Target="/docProps/app.xml" Id="Rbea69d07b95145eb" /><Relationship Type="http://schemas.openxmlformats.org/officeDocument/2006/relationships/officeDocument" Target="/ppt/presentation.xml" Id="Rb27867a6f1bc4f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4e3136ebdc44cb"/>
  </p:sldMasterIdLst>
  <p:notesMasterIdLst>
    <p:notesMasterId xmlns:r="http://schemas.openxmlformats.org/officeDocument/2006/relationships" r:id="R7e9581778e5d440e"/>
  </p:notesMasterIdLst>
  <p:sldIdLst>
    <p:sldId xmlns:r="http://schemas.openxmlformats.org/officeDocument/2006/relationships" id="256" r:id="R8f4e18023c554763"/>
    <p:sldId xmlns:r="http://schemas.openxmlformats.org/officeDocument/2006/relationships" id="257" r:id="R4b4a159f0bbc4d14"/>
    <p:sldId xmlns:r="http://schemas.openxmlformats.org/officeDocument/2006/relationships" id="258" r:id="R67c6a841339644fb"/>
    <p:sldId xmlns:r="http://schemas.openxmlformats.org/officeDocument/2006/relationships" id="259" r:id="R4d7b258836b04805"/>
    <p:sldId xmlns:r="http://schemas.openxmlformats.org/officeDocument/2006/relationships" id="260" r:id="Rfb1f4be1c60f4722"/>
    <p:sldId xmlns:r="http://schemas.openxmlformats.org/officeDocument/2006/relationships" id="261" r:id="Rb6da3b93ec744987"/>
    <p:sldId xmlns:r="http://schemas.openxmlformats.org/officeDocument/2006/relationships" id="262" r:id="Rede2593bb2284500"/>
    <p:sldId xmlns:r="http://schemas.openxmlformats.org/officeDocument/2006/relationships" id="263" r:id="R7b0ba1a8d53d4f2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8c4bb97cb14cb4" /><Relationship Type="http://schemas.openxmlformats.org/officeDocument/2006/relationships/slideMaster" Target="/ppt/slideMasters/slideMaster1.xml" Id="Rf84e3136ebdc44cb" /><Relationship Type="http://schemas.openxmlformats.org/officeDocument/2006/relationships/notesMaster" Target="/ppt/notesMasters/notesMaster1.xml" Id="R7e9581778e5d440e" /><Relationship Type="http://schemas.openxmlformats.org/officeDocument/2006/relationships/presProps" Target="/ppt/presProps.xml" Id="Rbbb036fb44194cc3" /><Relationship Type="http://schemas.openxmlformats.org/officeDocument/2006/relationships/tableStyles" Target="/ppt/tableStyles.xml" Id="R5fdb806e78f84514" /><Relationship Type="http://schemas.openxmlformats.org/officeDocument/2006/relationships/slide" Target="/ppt/slides/slide1.xml" Id="R8f4e18023c554763" /><Relationship Type="http://schemas.openxmlformats.org/officeDocument/2006/relationships/slide" Target="/ppt/slides/slide2.xml" Id="R4b4a159f0bbc4d14" /><Relationship Type="http://schemas.openxmlformats.org/officeDocument/2006/relationships/slide" Target="/ppt/slides/slide3.xml" Id="R67c6a841339644fb" /><Relationship Type="http://schemas.openxmlformats.org/officeDocument/2006/relationships/slide" Target="/ppt/slides/slide4.xml" Id="R4d7b258836b04805" /><Relationship Type="http://schemas.openxmlformats.org/officeDocument/2006/relationships/slide" Target="/ppt/slides/slide5.xml" Id="Rfb1f4be1c60f4722" /><Relationship Type="http://schemas.openxmlformats.org/officeDocument/2006/relationships/slide" Target="/ppt/slides/slide6.xml" Id="Rb6da3b93ec744987" /><Relationship Type="http://schemas.openxmlformats.org/officeDocument/2006/relationships/slide" Target="/ppt/slides/slide7.xml" Id="Rede2593bb2284500" /><Relationship Type="http://schemas.openxmlformats.org/officeDocument/2006/relationships/slide" Target="/ppt/slides/slide8.xml" Id="R7b0ba1a8d53d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de22b8edef4f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d84cff28894d72" /><Relationship Type="http://schemas.openxmlformats.org/officeDocument/2006/relationships/notesMaster" Target="/ppt/notesMasters/notesMaster1.xml" Id="Rf0fd045ba78c4e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ee7ddc937844e5" /><Relationship Type="http://schemas.openxmlformats.org/officeDocument/2006/relationships/notesMaster" Target="/ppt/notesMasters/notesMaster1.xml" Id="R18bab3f2afda4b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e559e2aa1b4f39" /><Relationship Type="http://schemas.openxmlformats.org/officeDocument/2006/relationships/notesMaster" Target="/ppt/notesMasters/notesMaster1.xml" Id="R0105ddb74a0342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6d77b27bf5e4e62" /><Relationship Type="http://schemas.openxmlformats.org/officeDocument/2006/relationships/notesMaster" Target="/ppt/notesMasters/notesMaster1.xml" Id="Rd2cfd19f43d143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98306f29fa4ba6" /><Relationship Type="http://schemas.openxmlformats.org/officeDocument/2006/relationships/notesMaster" Target="/ppt/notesMasters/notesMaster1.xml" Id="R0c1e2f7e573a41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c319b0a9754fa6" /><Relationship Type="http://schemas.openxmlformats.org/officeDocument/2006/relationships/notesMaster" Target="/ppt/notesMasters/notesMaster1.xml" Id="R4f3f110477c74d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ba4e3f920d43e8" /><Relationship Type="http://schemas.openxmlformats.org/officeDocument/2006/relationships/notesMaster" Target="/ppt/notesMasters/notesMaster1.xml" Id="R080893ba3e6c4c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8600af44d942cb" /><Relationship Type="http://schemas.openxmlformats.org/officeDocument/2006/relationships/notesMaster" Target="/ppt/notesMasters/notesMaster1.xml" Id="R78a10f84548044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ARENA · What is battery storage?</a:t>
            </a:r>
          </a:p>
          <a:p xmlns:a="http://schemas.openxmlformats.org/drawingml/2006/main">
            <a:r>
              <a:t>https://arena.gov.au/renewable-energy/battery-storage/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53a392b66a4ca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b3c087b28c4f0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8183fa6494c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9b11826f2496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b0370141945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f2adb5e24442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8CC99B-434E-45EE-976A-1722DF7168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A6EB3F-B4B4-4400-ABAC-718CDD0F6A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44E3DE-FCD8-4D1C-BA97-E0AEEFF093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411F7A-0CFC-4FD9-B8B6-7D6AEA05C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DD0F437-4342-4ED6-BF4E-BE5DC91445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FF348B1-40BE-47BE-B285-06490C29E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73443F-98A3-4724-8097-7EE3795200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CBCDA8-434A-40E8-89D4-CC52C4CC53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2BAB4CB-47EA-445B-822A-981025C575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829AF1-E7B6-4A65-8A78-60456ED5DB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38869c0ddf4479" /><Relationship Type="http://schemas.openxmlformats.org/officeDocument/2006/relationships/slideLayout" Target="/ppt/slideLayouts/slideLayout1.xml" Id="R8776fb8c55904792" /><Relationship Type="http://schemas.openxmlformats.org/officeDocument/2006/relationships/slideLayout" Target="/ppt/slideLayouts/slideLayout2.xml" Id="Rf46b89133a2b45c7" /><Relationship Type="http://schemas.openxmlformats.org/officeDocument/2006/relationships/slideLayout" Target="/ppt/slideLayouts/slideLayout3.xml" Id="Rd0a50345f3ac4773" /><Relationship Type="http://schemas.openxmlformats.org/officeDocument/2006/relationships/slideLayout" Target="/ppt/slideLayouts/slideLayout4.xml" Id="Rca54b56bc38342cc" /><Relationship Type="http://schemas.openxmlformats.org/officeDocument/2006/relationships/slideLayout" Target="/ppt/slideLayouts/slideLayout5.xml" Id="R8ef6889b15fe4d71" /><Relationship Type="http://schemas.openxmlformats.org/officeDocument/2006/relationships/slideLayout" Target="/ppt/slideLayouts/slideLayout6.xml" Id="R54823f1e349945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76fb8c55904792"/>
    <p:sldLayoutId xmlns:r="http://schemas.openxmlformats.org/officeDocument/2006/relationships" id="2147483650" r:id="Rf46b89133a2b45c7"/>
    <p:sldLayoutId xmlns:r="http://schemas.openxmlformats.org/officeDocument/2006/relationships" id="2147483651" r:id="Rd0a50345f3ac4773"/>
    <p:sldLayoutId xmlns:r="http://schemas.openxmlformats.org/officeDocument/2006/relationships" id="2147483652" r:id="Rca54b56bc38342cc"/>
    <p:sldLayoutId xmlns:r="http://schemas.openxmlformats.org/officeDocument/2006/relationships" id="2147483653" r:id="R8ef6889b15fe4d71"/>
    <p:sldLayoutId xmlns:r="http://schemas.openxmlformats.org/officeDocument/2006/relationships" id="2147483654" r:id="R54823f1e349945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0a2b8799ea4afa" /><Relationship Type="http://schemas.openxmlformats.org/officeDocument/2006/relationships/notesSlide" Target="/ppt/notesSlides/notesSlide1.xml" Id="Rcfc0d1596bb445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2dad9f68f24d85" /><Relationship Type="http://schemas.openxmlformats.org/officeDocument/2006/relationships/notesSlide" Target="/ppt/notesSlides/notesSlide2.xml" Id="R79a9c84d9dc240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14f9a172e4441" /><Relationship Type="http://schemas.openxmlformats.org/officeDocument/2006/relationships/notesSlide" Target="/ppt/notesSlides/notesSlide3.xml" Id="R341f5729bb3545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e99414c65c4bf3" /><Relationship Type="http://schemas.openxmlformats.org/officeDocument/2006/relationships/notesSlide" Target="/ppt/notesSlides/notesSlide4.xml" Id="R73bd72ecc85349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929f8df4764323" /><Relationship Type="http://schemas.openxmlformats.org/officeDocument/2006/relationships/notesSlide" Target="/ppt/notesSlides/notesSlide5.xml" Id="R902296dfcea6493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30551d805241ca" /><Relationship Type="http://schemas.openxmlformats.org/officeDocument/2006/relationships/notesSlide" Target="/ppt/notesSlides/notesSlide6.xml" Id="Reecc3fd5c79b47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3589fc18146c3" /><Relationship Type="http://schemas.openxmlformats.org/officeDocument/2006/relationships/notesSlide" Target="/ppt/notesSlides/notesSlide7.xml" Id="R824854c5f34a496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d21fe902714f37" /><Relationship Type="http://schemas.openxmlformats.org/officeDocument/2006/relationships/notesSlide" Target="/ppt/notesSlides/notesSlide8.xml" Id="Rf684be5e37f946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AC886530-A666-4E12-8558-0854DD76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Utility scale storage solution">
            <a:extLst xmlns:a="http://schemas.openxmlformats.org/drawingml/2006/main">
              <a:ext uri="{FF2B5EF4-FFF2-40B4-BE49-F238E27FC236}">
                <a16:creationId xmlns:a16="http://schemas.microsoft.com/office/drawing/2014/main" id="{3D875422-4272-4635-B20D-CC7EFE12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Utility scale storage solution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C4773045-338A-45D0-8535-BA72BF0B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93CB8C62-66B9-466B-8381-937F20AA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091EF686-8A0C-4287-B4B3-B87AB36B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414734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A47FF4A7-DEDB-499D-AF05-576EC61F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Application and operating objective">
            <a:extLst xmlns:a="http://schemas.openxmlformats.org/drawingml/2006/main">
              <a:ext uri="{FF2B5EF4-FFF2-40B4-BE49-F238E27FC236}">
                <a16:creationId xmlns:a16="http://schemas.microsoft.com/office/drawing/2014/main" id="{A0C5F244-FFE4-4E33-80A9-E07A7E2F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Application and operating objectives</a:t>
            </a:r>
          </a:p>
        </p:txBody>
      </p:sp>
      <p:sp>
        <p:nvSpPr>
          <p:cNvPr id="3" name="• Define the intended operating ser">
            <a:extLst xmlns:a="http://schemas.openxmlformats.org/drawingml/2006/main">
              <a:ext uri="{FF2B5EF4-FFF2-40B4-BE49-F238E27FC236}">
                <a16:creationId xmlns:a16="http://schemas.microsoft.com/office/drawing/2014/main" id="{18EFBBD3-7F5D-456D-8299-7533BE1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Define the intended operating services</a:t>
            </a:r>
          </a:p>
        </p:txBody>
      </p:sp>
      <p:sp>
        <p:nvSpPr>
          <p:cNvPr id="4" name="• Confirm connection and dispatch r">
            <a:extLst xmlns:a="http://schemas.openxmlformats.org/drawingml/2006/main">
              <a:ext uri="{FF2B5EF4-FFF2-40B4-BE49-F238E27FC236}">
                <a16:creationId xmlns:a16="http://schemas.microsoft.com/office/drawing/2014/main" id="{FF75EBEA-B650-400B-9EE1-9311A1FC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connection and dispatch requirements</a:t>
            </a:r>
          </a:p>
        </p:txBody>
      </p:sp>
      <p:sp>
        <p:nvSpPr>
          <p:cNvPr id="5" name="• Record assumptions that need cust">
            <a:extLst xmlns:a="http://schemas.openxmlformats.org/drawingml/2006/main">
              <a:ext uri="{FF2B5EF4-FFF2-40B4-BE49-F238E27FC236}">
                <a16:creationId xmlns:a16="http://schemas.microsoft.com/office/drawing/2014/main" id="{181FAB32-CA53-483B-BCF9-7AD2F599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assumptions that need customer validation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B35040C-F98D-4AAA-81F4-1488A1ED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9A15EF0E-9154-42D3-A558-A2194850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9922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CADBEA0A-7ACB-45D4-9676-1C1394B8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System architecture">
            <a:extLst xmlns:a="http://schemas.openxmlformats.org/drawingml/2006/main">
              <a:ext uri="{FF2B5EF4-FFF2-40B4-BE49-F238E27FC236}">
                <a16:creationId xmlns:a16="http://schemas.microsoft.com/office/drawing/2014/main" id="{B4D49CF6-F064-4171-AE3B-AFF6CEB5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• Battery system and battery manage">
            <a:extLst xmlns:a="http://schemas.openxmlformats.org/drawingml/2006/main">
              <a:ext uri="{FF2B5EF4-FFF2-40B4-BE49-F238E27FC236}">
                <a16:creationId xmlns:a16="http://schemas.microsoft.com/office/drawing/2014/main" id="{FDA14237-B9BB-4E01-8BB6-71E14A3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Battery system and battery management</a:t>
            </a:r>
          </a:p>
        </p:txBody>
      </p:sp>
      <p:sp>
        <p:nvSpPr>
          <p:cNvPr id="4" name="• Power conversion and site electri">
            <a:extLst xmlns:a="http://schemas.openxmlformats.org/drawingml/2006/main">
              <a:ext uri="{FF2B5EF4-FFF2-40B4-BE49-F238E27FC236}">
                <a16:creationId xmlns:a16="http://schemas.microsoft.com/office/drawing/2014/main" id="{63FD54F7-1517-4D27-9C4C-3CD000AB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Power conversion and site electrical interfaces</a:t>
            </a:r>
          </a:p>
        </p:txBody>
      </p:sp>
      <p:sp>
        <p:nvSpPr>
          <p:cNvPr id="5" name="• Energy management and supervisory">
            <a:extLst xmlns:a="http://schemas.openxmlformats.org/drawingml/2006/main">
              <a:ext uri="{FF2B5EF4-FFF2-40B4-BE49-F238E27FC236}">
                <a16:creationId xmlns:a16="http://schemas.microsoft.com/office/drawing/2014/main" id="{22039112-6C06-459F-8C2A-D1DD90E8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Energy management and supervisory control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B26D8BE0-478C-4473-8F41-C7852F75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DA0AC59D-1CBA-4FB7-87F0-E277E685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49732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21534D65-74CF-4B5A-8331-5A5521B7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Scope and interfaces">
            <a:extLst xmlns:a="http://schemas.openxmlformats.org/drawingml/2006/main">
              <a:ext uri="{FF2B5EF4-FFF2-40B4-BE49-F238E27FC236}">
                <a16:creationId xmlns:a16="http://schemas.microsoft.com/office/drawing/2014/main" id="{1D80B9BC-9ED4-47E1-8AA2-7A48FD78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Scope and interfaces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0335E03F-5AB7-4553-9241-09DAEB17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Define supplier and site responsi">
            <a:extLst xmlns:a="http://schemas.openxmlformats.org/drawingml/2006/main">
              <a:ext uri="{FF2B5EF4-FFF2-40B4-BE49-F238E27FC236}">
                <a16:creationId xmlns:a16="http://schemas.microsoft.com/office/drawing/2014/main" id="{938802AB-9632-4B0C-83F4-B58963A9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Define supplier and site responsibilities</a:t>
            </a:r>
          </a:p>
        </p:txBody>
      </p:sp>
      <p:sp>
        <p:nvSpPr>
          <p:cNvPr id="5" name="• Document electrical and communica">
            <a:extLst xmlns:a="http://schemas.openxmlformats.org/drawingml/2006/main">
              <a:ext uri="{FF2B5EF4-FFF2-40B4-BE49-F238E27FC236}">
                <a16:creationId xmlns:a16="http://schemas.microsoft.com/office/drawing/2014/main" id="{D2605565-5B28-436E-8793-B096375D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Document electrical and communication interfaces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E83F323E-7B20-4A00-A8A3-EE3F4D20A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Keep unresolved interfaces visibl">
            <a:extLst xmlns:a="http://schemas.openxmlformats.org/drawingml/2006/main">
              <a:ext uri="{FF2B5EF4-FFF2-40B4-BE49-F238E27FC236}">
                <a16:creationId xmlns:a16="http://schemas.microsoft.com/office/drawing/2014/main" id="{A4613F0B-B436-4870-BFEB-2C5DE3FA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Keep unresolved interfaces visible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0160EAB7-E6FC-44B4-9F09-961FBE3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D4BAAFA-C83B-49AD-AA4B-424EA6F6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C0FF97D9-B9E4-4447-ADD4-DC5B13A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083382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E75F3737-1305-4ED6-B3AD-58D27583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Site readiness">
            <a:extLst xmlns:a="http://schemas.openxmlformats.org/drawingml/2006/main">
              <a:ext uri="{FF2B5EF4-FFF2-40B4-BE49-F238E27FC236}">
                <a16:creationId xmlns:a16="http://schemas.microsoft.com/office/drawing/2014/main" id="{FA288E56-33E5-471B-9DF6-2D8D4CAD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Site readiness</a:t>
            </a:r>
          </a:p>
        </p:txBody>
      </p:sp>
      <p:sp>
        <p:nvSpPr>
          <p:cNvPr id="3" name="• Review site access and environmen">
            <a:extLst xmlns:a="http://schemas.openxmlformats.org/drawingml/2006/main">
              <a:ext uri="{FF2B5EF4-FFF2-40B4-BE49-F238E27FC236}">
                <a16:creationId xmlns:a16="http://schemas.microsoft.com/office/drawing/2014/main" id="{947D9E42-44CA-47CB-8A66-05C0C7D3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Review site access and environmental conditions</a:t>
            </a:r>
          </a:p>
        </p:txBody>
      </p:sp>
      <p:sp>
        <p:nvSpPr>
          <p:cNvPr id="4" name="• Confirm civil and connection depe">
            <a:extLst xmlns:a="http://schemas.openxmlformats.org/drawingml/2006/main">
              <a:ext uri="{FF2B5EF4-FFF2-40B4-BE49-F238E27FC236}">
                <a16:creationId xmlns:a16="http://schemas.microsoft.com/office/drawing/2014/main" id="{F3F56799-8AC1-4FB7-B692-D9F4AE10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civil and connection dependencies</a:t>
            </a:r>
          </a:p>
        </p:txBody>
      </p:sp>
      <p:sp>
        <p:nvSpPr>
          <p:cNvPr id="5" name="• Coordinate local project speciali">
            <a:extLst xmlns:a="http://schemas.openxmlformats.org/drawingml/2006/main">
              <a:ext uri="{FF2B5EF4-FFF2-40B4-BE49-F238E27FC236}">
                <a16:creationId xmlns:a16="http://schemas.microsoft.com/office/drawing/2014/main" id="{7AC6C64C-7E81-409A-BC8F-A40AA236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Coordinate local project specialists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E008D887-21EC-426C-B3E1-ECEE3F20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5E8635F5-BC18-48F6-B61B-7D44822D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961947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59BBD3B0-5E3F-4026-B992-35D354A9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Performance discussion">
            <a:extLst xmlns:a="http://schemas.openxmlformats.org/drawingml/2006/main">
              <a:ext uri="{FF2B5EF4-FFF2-40B4-BE49-F238E27FC236}">
                <a16:creationId xmlns:a16="http://schemas.microsoft.com/office/drawing/2014/main" id="{2D61C929-5918-4A17-99DC-ECA7FC88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Performance discussion</a:t>
            </a:r>
          </a:p>
        </p:txBody>
      </p:sp>
      <p:sp>
        <p:nvSpPr>
          <p:cNvPr id="3" name="• Agree units, test conditions and ">
            <a:extLst xmlns:a="http://schemas.openxmlformats.org/drawingml/2006/main">
              <a:ext uri="{FF2B5EF4-FFF2-40B4-BE49-F238E27FC236}">
                <a16:creationId xmlns:a16="http://schemas.microsoft.com/office/drawing/2014/main" id="{F1642E57-6C19-439A-BAE7-CE1D680F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units, test conditions and measurement points</a:t>
            </a:r>
          </a:p>
        </p:txBody>
      </p:sp>
      <p:sp>
        <p:nvSpPr>
          <p:cNvPr id="4" name="• Use the applicable product specif">
            <a:extLst xmlns:a="http://schemas.openxmlformats.org/drawingml/2006/main">
              <a:ext uri="{FF2B5EF4-FFF2-40B4-BE49-F238E27FC236}">
                <a16:creationId xmlns:a16="http://schemas.microsoft.com/office/drawing/2014/main" id="{2E3949C9-F58F-41C1-91D9-87A40A4A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Use the applicable product specification</a:t>
            </a:r>
          </a:p>
        </p:txBody>
      </p:sp>
      <p:sp>
        <p:nvSpPr>
          <p:cNvPr id="5" name="• Do not infer guaranteed values fr">
            <a:extLst xmlns:a="http://schemas.openxmlformats.org/drawingml/2006/main">
              <a:ext uri="{FF2B5EF4-FFF2-40B4-BE49-F238E27FC236}">
                <a16:creationId xmlns:a16="http://schemas.microsoft.com/office/drawing/2014/main" id="{4A599C29-FEC0-49B0-AEFC-94308FC7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Do not infer guaranteed values from examples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2233E894-7B31-418F-ABC1-9E93F842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32D8AF38-BC8D-494F-AF44-5F8512F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481670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72D20B01-90D5-40DA-9E90-00D44BA6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Technical review agenda">
            <a:extLst xmlns:a="http://schemas.openxmlformats.org/drawingml/2006/main">
              <a:ext uri="{FF2B5EF4-FFF2-40B4-BE49-F238E27FC236}">
                <a16:creationId xmlns:a16="http://schemas.microsoft.com/office/drawing/2014/main" id="{AACE14FD-12D9-4BD7-A4B6-D2DE2679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Technical review agenda</a:t>
            </a:r>
          </a:p>
        </p:txBody>
      </p:sp>
      <p:sp>
        <p:nvSpPr>
          <p:cNvPr id="3" name="• Review the customer requirements ">
            <a:extLst xmlns:a="http://schemas.openxmlformats.org/drawingml/2006/main">
              <a:ext uri="{FF2B5EF4-FFF2-40B4-BE49-F238E27FC236}">
                <a16:creationId xmlns:a16="http://schemas.microsoft.com/office/drawing/2014/main" id="{05969033-49D4-4EF2-955E-E130E183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Review the customer requirements baseline</a:t>
            </a:r>
          </a:p>
        </p:txBody>
      </p:sp>
      <p:sp>
        <p:nvSpPr>
          <p:cNvPr id="4" name="• Resolve critical interface owners">
            <a:extLst xmlns:a="http://schemas.openxmlformats.org/drawingml/2006/main">
              <a:ext uri="{FF2B5EF4-FFF2-40B4-BE49-F238E27FC236}">
                <a16:creationId xmlns:a16="http://schemas.microsoft.com/office/drawing/2014/main" id="{AEE6A00B-A0AF-4614-BD6C-A084913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Resolve critical interface ownership</a:t>
            </a:r>
          </a:p>
        </p:txBody>
      </p:sp>
      <p:sp>
        <p:nvSpPr>
          <p:cNvPr id="5" name="• Agree the next technical submissi">
            <a:extLst xmlns:a="http://schemas.openxmlformats.org/drawingml/2006/main">
              <a:ext uri="{FF2B5EF4-FFF2-40B4-BE49-F238E27FC236}">
                <a16:creationId xmlns:a16="http://schemas.microsoft.com/office/drawing/2014/main" id="{882046E8-98C6-4660-AC91-2C95A8E0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the next technical submission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D3779812-600C-4BC5-B170-2DB90AE1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0F02205E-DD91-442F-BE71-FC260967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865532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FA8868EB-86E5-43AE-A781-AEDEC921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50A9E4E7-E0A7-4FBC-BB80-1D4BF7B4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8051BF8F-9FA7-4338-B57F-AEE56960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139ED99B-B7E9-4931-8A94-0B78C74F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0051BEA4-FA0D-4212-91D1-0466AAFB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6B9CCA8D-20A6-4B9A-AD38-645B23C8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0902A31D-E484-4C2C-8678-AD12E4C1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96499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2026-10-25T17:21:14.5060000Z</dcterms:created>
  <dcterms:modified xsi:type="dcterms:W3CDTF">2026-10-25T17:21:14.5060000Z</dcterms:modified>
</coreProperties>
</file>