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3457e663cb4a90" /><Relationship Type="http://schemas.openxmlformats.org/officeDocument/2006/relationships/extended-properties" Target="/docProps/app.xml" Id="R2a97396a3d6746e9" /><Relationship Type="http://schemas.openxmlformats.org/officeDocument/2006/relationships/officeDocument" Target="/ppt/presentation.xml" Id="R257d15b08dde4d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ae3103176c483e"/>
  </p:sldMasterIdLst>
  <p:notesMasterIdLst>
    <p:notesMasterId xmlns:r="http://schemas.openxmlformats.org/officeDocument/2006/relationships" r:id="R117c081a28db44a2"/>
  </p:notesMasterIdLst>
  <p:sldIdLst>
    <p:sldId xmlns:r="http://schemas.openxmlformats.org/officeDocument/2006/relationships" id="256" r:id="Rac946a1554e64890"/>
    <p:sldId xmlns:r="http://schemas.openxmlformats.org/officeDocument/2006/relationships" id="257" r:id="R59b009014f274c22"/>
    <p:sldId xmlns:r="http://schemas.openxmlformats.org/officeDocument/2006/relationships" id="258" r:id="R64f88536c87249c1"/>
    <p:sldId xmlns:r="http://schemas.openxmlformats.org/officeDocument/2006/relationships" id="259" r:id="R6bc417c6496b48c3"/>
    <p:sldId xmlns:r="http://schemas.openxmlformats.org/officeDocument/2006/relationships" id="260" r:id="R7c48d9d774af4472"/>
    <p:sldId xmlns:r="http://schemas.openxmlformats.org/officeDocument/2006/relationships" id="261" r:id="Rd74c722e3d04481d"/>
    <p:sldId xmlns:r="http://schemas.openxmlformats.org/officeDocument/2006/relationships" id="262" r:id="R3241477b443a4b78"/>
    <p:sldId xmlns:r="http://schemas.openxmlformats.org/officeDocument/2006/relationships" id="263" r:id="Red9d8191804f47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c4271b3cb248e3" /><Relationship Type="http://schemas.openxmlformats.org/officeDocument/2006/relationships/slideMaster" Target="/ppt/slideMasters/slideMaster1.xml" Id="Rc2ae3103176c483e" /><Relationship Type="http://schemas.openxmlformats.org/officeDocument/2006/relationships/notesMaster" Target="/ppt/notesMasters/notesMaster1.xml" Id="R117c081a28db44a2" /><Relationship Type="http://schemas.openxmlformats.org/officeDocument/2006/relationships/presProps" Target="/ppt/presProps.xml" Id="R01683c0d6aba4a46" /><Relationship Type="http://schemas.openxmlformats.org/officeDocument/2006/relationships/tableStyles" Target="/ppt/tableStyles.xml" Id="Rf505435ff4c544e4" /><Relationship Type="http://schemas.openxmlformats.org/officeDocument/2006/relationships/slide" Target="/ppt/slides/slide1.xml" Id="Rac946a1554e64890" /><Relationship Type="http://schemas.openxmlformats.org/officeDocument/2006/relationships/slide" Target="/ppt/slides/slide2.xml" Id="R59b009014f274c22" /><Relationship Type="http://schemas.openxmlformats.org/officeDocument/2006/relationships/slide" Target="/ppt/slides/slide3.xml" Id="R64f88536c87249c1" /><Relationship Type="http://schemas.openxmlformats.org/officeDocument/2006/relationships/slide" Target="/ppt/slides/slide4.xml" Id="R6bc417c6496b48c3" /><Relationship Type="http://schemas.openxmlformats.org/officeDocument/2006/relationships/slide" Target="/ppt/slides/slide5.xml" Id="R7c48d9d774af4472" /><Relationship Type="http://schemas.openxmlformats.org/officeDocument/2006/relationships/slide" Target="/ppt/slides/slide6.xml" Id="Rd74c722e3d04481d" /><Relationship Type="http://schemas.openxmlformats.org/officeDocument/2006/relationships/slide" Target="/ppt/slides/slide7.xml" Id="R3241477b443a4b78" /><Relationship Type="http://schemas.openxmlformats.org/officeDocument/2006/relationships/slide" Target="/ppt/slides/slide8.xml" Id="Red9d8191804f47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ae70ea059c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ffdf46e81e43d3" /><Relationship Type="http://schemas.openxmlformats.org/officeDocument/2006/relationships/notesMaster" Target="/ppt/notesMasters/notesMaster1.xml" Id="R9d2b97da9c1e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2b7d66ac6f4f9e" /><Relationship Type="http://schemas.openxmlformats.org/officeDocument/2006/relationships/notesMaster" Target="/ppt/notesMasters/notesMaster1.xml" Id="R4891afcf0c58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5ee15833b6494b" /><Relationship Type="http://schemas.openxmlformats.org/officeDocument/2006/relationships/notesMaster" Target="/ppt/notesMasters/notesMaster1.xml" Id="R79f1d19c9b0a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735b5f58e4d6d" /><Relationship Type="http://schemas.openxmlformats.org/officeDocument/2006/relationships/notesMaster" Target="/ppt/notesMasters/notesMaster1.xml" Id="Rf96f94e441454f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a7f7f92a2492d" /><Relationship Type="http://schemas.openxmlformats.org/officeDocument/2006/relationships/notesMaster" Target="/ppt/notesMasters/notesMaster1.xml" Id="Ra098b865cce843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45e7d0de824b22" /><Relationship Type="http://schemas.openxmlformats.org/officeDocument/2006/relationships/notesMaster" Target="/ppt/notesMasters/notesMaster1.xml" Id="Ref2d495b22074f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b7fc30d4a4be5" /><Relationship Type="http://schemas.openxmlformats.org/officeDocument/2006/relationships/notesMaster" Target="/ppt/notesMasters/notesMaster1.xml" Id="R59a077f612a543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30f7b034bb434b" /><Relationship Type="http://schemas.openxmlformats.org/officeDocument/2006/relationships/notesMaster" Target="/ppt/notesMasters/notesMaster1.xml" Id="R3c96a6fe76f546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277b157c845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3f817a5aa4f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81d1188354b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729e72b0e4e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5f6b485a74f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1a80707c54f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920835-BF52-4360-B51C-D52817ADE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626F89-C7F1-43CF-9314-0BB15A4A34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778E3A-ED97-4174-84DC-DF31BA8F8F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13EB49-5129-47F4-A1DD-61884D8D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6090BF-A701-4848-8C13-42CAE91161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E13355-DA06-4F89-9058-021EBB7E9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9AF31D-9044-4C05-BE96-968B26B222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D176C9-8149-4F2F-AD85-17386147B6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FA59B2-7509-4F16-998A-49544D4AF8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C2BD3E-0D46-4633-BEB2-FA5042B453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2f2449f018470b" /><Relationship Type="http://schemas.openxmlformats.org/officeDocument/2006/relationships/slideLayout" Target="/ppt/slideLayouts/slideLayout1.xml" Id="R803a64d8e76f4042" /><Relationship Type="http://schemas.openxmlformats.org/officeDocument/2006/relationships/slideLayout" Target="/ppt/slideLayouts/slideLayout2.xml" Id="Rad1fc33f51d14a4a" /><Relationship Type="http://schemas.openxmlformats.org/officeDocument/2006/relationships/slideLayout" Target="/ppt/slideLayouts/slideLayout3.xml" Id="Rf10ef087b99a4d2f" /><Relationship Type="http://schemas.openxmlformats.org/officeDocument/2006/relationships/slideLayout" Target="/ppt/slideLayouts/slideLayout4.xml" Id="R8bc3ca59f6134c83" /><Relationship Type="http://schemas.openxmlformats.org/officeDocument/2006/relationships/slideLayout" Target="/ppt/slideLayouts/slideLayout5.xml" Id="Rc2840a8937d3416e" /><Relationship Type="http://schemas.openxmlformats.org/officeDocument/2006/relationships/slideLayout" Target="/ppt/slideLayouts/slideLayout6.xml" Id="R7a2cb2b386e6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a64d8e76f4042"/>
    <p:sldLayoutId xmlns:r="http://schemas.openxmlformats.org/officeDocument/2006/relationships" id="2147483650" r:id="Rad1fc33f51d14a4a"/>
    <p:sldLayoutId xmlns:r="http://schemas.openxmlformats.org/officeDocument/2006/relationships" id="2147483651" r:id="Rf10ef087b99a4d2f"/>
    <p:sldLayoutId xmlns:r="http://schemas.openxmlformats.org/officeDocument/2006/relationships" id="2147483652" r:id="R8bc3ca59f6134c83"/>
    <p:sldLayoutId xmlns:r="http://schemas.openxmlformats.org/officeDocument/2006/relationships" id="2147483653" r:id="Rc2840a8937d3416e"/>
    <p:sldLayoutId xmlns:r="http://schemas.openxmlformats.org/officeDocument/2006/relationships" id="2147483654" r:id="R7a2cb2b386e6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e152a6b444768" /><Relationship Type="http://schemas.openxmlformats.org/officeDocument/2006/relationships/notesSlide" Target="/ppt/notesSlides/notesSlide1.xml" Id="Rb68d989adaa342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f4a8a46fe7452f" /><Relationship Type="http://schemas.openxmlformats.org/officeDocument/2006/relationships/notesSlide" Target="/ppt/notesSlides/notesSlide2.xml" Id="Rfdd1b06196df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ce88460f14638" /><Relationship Type="http://schemas.openxmlformats.org/officeDocument/2006/relationships/notesSlide" Target="/ppt/notesSlides/notesSlide3.xml" Id="R3a7b750cce6b4e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dcca270804aa1" /><Relationship Type="http://schemas.openxmlformats.org/officeDocument/2006/relationships/notesSlide" Target="/ppt/notesSlides/notesSlide4.xml" Id="R237e0c3e6cb646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e7d85aee44f5e" /><Relationship Type="http://schemas.openxmlformats.org/officeDocument/2006/relationships/notesSlide" Target="/ppt/notesSlides/notesSlide5.xml" Id="R2e57f04500804c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e5dcbf8e3840c1" /><Relationship Type="http://schemas.openxmlformats.org/officeDocument/2006/relationships/notesSlide" Target="/ppt/notesSlides/notesSlide6.xml" Id="R7c36cf7616514c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d53cbe9c448ad" /><Relationship Type="http://schemas.openxmlformats.org/officeDocument/2006/relationships/notesSlide" Target="/ppt/notesSlides/notesSlide7.xml" Id="R27c953373b784b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e73b28ca24c09" /><Relationship Type="http://schemas.openxmlformats.org/officeDocument/2006/relationships/notesSlide" Target="/ppt/notesSlides/notesSlide8.xml" Id="R5401703dcafa4c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D4CBCDA2-4533-4509-9CED-E261E02A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Technical scope clarification">
            <a:extLst xmlns:a="http://schemas.openxmlformats.org/drawingml/2006/main">
              <a:ext uri="{FF2B5EF4-FFF2-40B4-BE49-F238E27FC236}">
                <a16:creationId xmlns:a16="http://schemas.microsoft.com/office/drawing/2014/main" id="{68D4FD76-A1E5-4DE6-84F5-95C83B2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scope clarification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65F713D5-6CCF-4808-A184-AA37D437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A170C62A-C604-4254-B454-ACAFD340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103A611F-6049-494E-8FF0-0F8A737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9435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CBF5E9D-EB71-44D6-AEAD-321246A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Requirements baseline">
            <a:extLst xmlns:a="http://schemas.openxmlformats.org/drawingml/2006/main">
              <a:ext uri="{FF2B5EF4-FFF2-40B4-BE49-F238E27FC236}">
                <a16:creationId xmlns:a16="http://schemas.microsoft.com/office/drawing/2014/main" id="{0E4CD7E7-75EC-4858-A3F9-186109EF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Requirements baseline</a:t>
            </a:r>
          </a:p>
        </p:txBody>
      </p:sp>
      <p:sp>
        <p:nvSpPr>
          <p:cNvPr id="3" name="• Identify the customer approved re">
            <a:extLst xmlns:a="http://schemas.openxmlformats.org/drawingml/2006/main">
              <a:ext uri="{FF2B5EF4-FFF2-40B4-BE49-F238E27FC236}">
                <a16:creationId xmlns:a16="http://schemas.microsoft.com/office/drawing/2014/main" id="{3F282133-227E-47C9-A3E8-1EF8489C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the customer approved requirement version</a:t>
            </a:r>
          </a:p>
        </p:txBody>
      </p:sp>
      <p:sp>
        <p:nvSpPr>
          <p:cNvPr id="4" name="• Separate confirmed items from ope">
            <a:extLst xmlns:a="http://schemas.openxmlformats.org/drawingml/2006/main">
              <a:ext uri="{FF2B5EF4-FFF2-40B4-BE49-F238E27FC236}">
                <a16:creationId xmlns:a16="http://schemas.microsoft.com/office/drawing/2014/main" id="{5709CA06-C326-4E6B-8F0B-9B4DEE6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Separate confirmed items from open questions</a:t>
            </a:r>
          </a:p>
        </p:txBody>
      </p:sp>
      <p:sp>
        <p:nvSpPr>
          <p:cNvPr id="5" name="• Keep assumptions visible during r">
            <a:extLst xmlns:a="http://schemas.openxmlformats.org/drawingml/2006/main">
              <a:ext uri="{FF2B5EF4-FFF2-40B4-BE49-F238E27FC236}">
                <a16:creationId xmlns:a16="http://schemas.microsoft.com/office/drawing/2014/main" id="{934E2BAA-CA77-4C89-8419-B3E01852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assumptions visible during review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7C2BD0D-A9C3-449E-913D-C1995CDA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890693EE-D745-431C-A274-80CABFC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2267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713F030D-8D74-4A01-B8C4-932B831E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cope of supply">
            <a:extLst xmlns:a="http://schemas.openxmlformats.org/drawingml/2006/main">
              <a:ext uri="{FF2B5EF4-FFF2-40B4-BE49-F238E27FC236}">
                <a16:creationId xmlns:a16="http://schemas.microsoft.com/office/drawing/2014/main" id="{25BCC952-2390-4082-A40C-B918060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Scope of supply</a:t>
            </a:r>
          </a:p>
        </p:txBody>
      </p:sp>
      <p:sp>
        <p:nvSpPr>
          <p:cNvPr id="3" name="• List included and excluded respon">
            <a:extLst xmlns:a="http://schemas.openxmlformats.org/drawingml/2006/main">
              <a:ext uri="{FF2B5EF4-FFF2-40B4-BE49-F238E27FC236}">
                <a16:creationId xmlns:a16="http://schemas.microsoft.com/office/drawing/2014/main" id="{BE3C3802-6B51-4755-9945-63353A1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List included and excluded responsibilities</a:t>
            </a:r>
          </a:p>
        </p:txBody>
      </p:sp>
      <p:sp>
        <p:nvSpPr>
          <p:cNvPr id="4" name="• Identify interfaces with the cust">
            <a:extLst xmlns:a="http://schemas.openxmlformats.org/drawingml/2006/main">
              <a:ext uri="{FF2B5EF4-FFF2-40B4-BE49-F238E27FC236}">
                <a16:creationId xmlns:a16="http://schemas.microsoft.com/office/drawing/2014/main" id="{9C47465E-8468-414E-8117-BBD6132B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interfaces with the customer and other suppliers</a:t>
            </a:r>
          </a:p>
        </p:txBody>
      </p:sp>
      <p:sp>
        <p:nvSpPr>
          <p:cNvPr id="5" name="• Confirm service scope separately">
            <a:extLst xmlns:a="http://schemas.openxmlformats.org/drawingml/2006/main">
              <a:ext uri="{FF2B5EF4-FFF2-40B4-BE49-F238E27FC236}">
                <a16:creationId xmlns:a16="http://schemas.microsoft.com/office/drawing/2014/main" id="{99143E3C-4878-4C9D-8BAB-2E717696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service scope separately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5466B61-3EE9-444D-900E-4758D42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720DDAC7-3948-4289-98D2-81679BE2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04927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A2EEBB76-98BD-48AC-87EB-57B4CE47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Interface responsibilities">
            <a:extLst xmlns:a="http://schemas.openxmlformats.org/drawingml/2006/main">
              <a:ext uri="{FF2B5EF4-FFF2-40B4-BE49-F238E27FC236}">
                <a16:creationId xmlns:a16="http://schemas.microsoft.com/office/drawing/2014/main" id="{9240E975-DFB6-4C2A-8F2F-9B95D991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Interface responsibilities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BC33C9E1-1F7D-4623-9DF2-2B4AC23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Assign an owner for each critical">
            <a:extLst xmlns:a="http://schemas.openxmlformats.org/drawingml/2006/main">
              <a:ext uri="{FF2B5EF4-FFF2-40B4-BE49-F238E27FC236}">
                <a16:creationId xmlns:a16="http://schemas.microsoft.com/office/drawing/2014/main" id="{C156D83D-F8C5-4DC3-8FB3-D8B4114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Assign an owner for each critical interface</a:t>
            </a:r>
          </a:p>
        </p:txBody>
      </p:sp>
      <p:sp>
        <p:nvSpPr>
          <p:cNvPr id="5" name="• Review electrical and communicati">
            <a:extLst xmlns:a="http://schemas.openxmlformats.org/drawingml/2006/main">
              <a:ext uri="{FF2B5EF4-FFF2-40B4-BE49-F238E27FC236}">
                <a16:creationId xmlns:a16="http://schemas.microsoft.com/office/drawing/2014/main" id="{F1692D05-F2DC-4E74-B27F-B4EF4AA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Review electrical and communication boundaries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21FCDFDF-AD4E-478B-A404-C8D8DB69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Record dependencies requiring cus">
            <a:extLst xmlns:a="http://schemas.openxmlformats.org/drawingml/2006/main">
              <a:ext uri="{FF2B5EF4-FFF2-40B4-BE49-F238E27FC236}">
                <a16:creationId xmlns:a16="http://schemas.microsoft.com/office/drawing/2014/main" id="{DE93720B-427B-4A66-B702-7EE62AB7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dependencies requiring customer input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FA232E5A-9C8E-451C-8342-B1B4D541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E34A493-8201-450E-860D-21649262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D8CFA105-39B7-4298-9AD1-2D91A55D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4087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9A512664-2036-4A53-B32D-75F9B881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omparable proposal review">
            <a:extLst xmlns:a="http://schemas.openxmlformats.org/drawingml/2006/main">
              <a:ext uri="{FF2B5EF4-FFF2-40B4-BE49-F238E27FC236}">
                <a16:creationId xmlns:a16="http://schemas.microsoft.com/office/drawing/2014/main" id="{324CA27E-5A8A-4624-8449-9EC1ED6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Comparable proposal review</a:t>
            </a:r>
          </a:p>
        </p:txBody>
      </p:sp>
      <p:sp>
        <p:nvSpPr>
          <p:cNvPr id="3" name="• Compare the same scope and operat">
            <a:extLst xmlns:a="http://schemas.openxmlformats.org/drawingml/2006/main">
              <a:ext uri="{FF2B5EF4-FFF2-40B4-BE49-F238E27FC236}">
                <a16:creationId xmlns:a16="http://schemas.microsoft.com/office/drawing/2014/main" id="{3AED3F91-14F4-45B8-9593-B460AA1B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Compare the same scope and operating conditions</a:t>
            </a:r>
          </a:p>
        </p:txBody>
      </p:sp>
      <p:sp>
        <p:nvSpPr>
          <p:cNvPr id="4" name="• Clarify warranty and service assu">
            <a:extLst xmlns:a="http://schemas.openxmlformats.org/drawingml/2006/main">
              <a:ext uri="{FF2B5EF4-FFF2-40B4-BE49-F238E27FC236}">
                <a16:creationId xmlns:a16="http://schemas.microsoft.com/office/drawing/2014/main" id="{0F1F251B-029B-4D13-93BB-EE908DA4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Clarify warranty and service assumptions</a:t>
            </a:r>
          </a:p>
        </p:txBody>
      </p:sp>
      <p:sp>
        <p:nvSpPr>
          <p:cNvPr id="5" name="• Do not treat a headline price as ">
            <a:extLst xmlns:a="http://schemas.openxmlformats.org/drawingml/2006/main">
              <a:ext uri="{FF2B5EF4-FFF2-40B4-BE49-F238E27FC236}">
                <a16:creationId xmlns:a16="http://schemas.microsoft.com/office/drawing/2014/main" id="{25909124-57A2-4D3F-B6A1-09582DE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Do not treat a headline price as a complete comparison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1AC6E3D6-F326-4DA7-8AAF-17758D21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4D247097-F994-4E68-A4F7-0C5FD424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9665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832FF3E-0DC3-459B-AF91-0170838B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Review evidence">
            <a:extLst xmlns:a="http://schemas.openxmlformats.org/drawingml/2006/main">
              <a:ext uri="{FF2B5EF4-FFF2-40B4-BE49-F238E27FC236}">
                <a16:creationId xmlns:a16="http://schemas.microsoft.com/office/drawing/2014/main" id="{D49B0420-489A-43E7-B16B-46F78DA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Review evidence</a:t>
            </a:r>
          </a:p>
        </p:txBody>
      </p:sp>
      <p:sp>
        <p:nvSpPr>
          <p:cNvPr id="3" name="• Use current specifications and me">
            <a:extLst xmlns:a="http://schemas.openxmlformats.org/drawingml/2006/main">
              <a:ext uri="{FF2B5EF4-FFF2-40B4-BE49-F238E27FC236}">
                <a16:creationId xmlns:a16="http://schemas.microsoft.com/office/drawing/2014/main" id="{C86C17FF-5EE0-4CC1-9B95-A9F8EA1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current specifications and meeting records</a:t>
            </a:r>
          </a:p>
        </p:txBody>
      </p:sp>
      <p:sp>
        <p:nvSpPr>
          <p:cNvPr id="4" name="• Retain unresolved items with name">
            <a:extLst xmlns:a="http://schemas.openxmlformats.org/drawingml/2006/main">
              <a:ext uri="{FF2B5EF4-FFF2-40B4-BE49-F238E27FC236}">
                <a16:creationId xmlns:a16="http://schemas.microsoft.com/office/drawing/2014/main" id="{6CF1F934-14A6-482A-AA5E-5BEFFD3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Retain unresolved items with named owners</a:t>
            </a:r>
          </a:p>
        </p:txBody>
      </p:sp>
      <p:sp>
        <p:nvSpPr>
          <p:cNvPr id="5" name="• Confirm changes before updating t">
            <a:extLst xmlns:a="http://schemas.openxmlformats.org/drawingml/2006/main">
              <a:ext uri="{FF2B5EF4-FFF2-40B4-BE49-F238E27FC236}">
                <a16:creationId xmlns:a16="http://schemas.microsoft.com/office/drawing/2014/main" id="{905B4ECD-2EAC-4155-912D-DF9AD4EB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changes before updating the baseline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8C89B55-43CE-4751-B375-9724F0F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D669D792-D7C7-407F-9F2F-5277BC16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7162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969B4A44-10AD-4125-A8A0-0D89719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rocurement review questions">
            <a:extLst xmlns:a="http://schemas.openxmlformats.org/drawingml/2006/main">
              <a:ext uri="{FF2B5EF4-FFF2-40B4-BE49-F238E27FC236}">
                <a16:creationId xmlns:a16="http://schemas.microsoft.com/office/drawing/2014/main" id="{3C09B942-824D-4B9F-B0A0-FA320B7F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Procurement review questions</a:t>
            </a:r>
          </a:p>
        </p:txBody>
      </p:sp>
      <p:sp>
        <p:nvSpPr>
          <p:cNvPr id="3" name="• Who participates in technical and">
            <a:extLst xmlns:a="http://schemas.openxmlformats.org/drawingml/2006/main">
              <a:ext uri="{FF2B5EF4-FFF2-40B4-BE49-F238E27FC236}">
                <a16:creationId xmlns:a16="http://schemas.microsoft.com/office/drawing/2014/main" id="{38548141-954D-4A94-9559-F522E711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Who participates in technical and commercial review?</a:t>
            </a:r>
          </a:p>
        </p:txBody>
      </p:sp>
      <p:sp>
        <p:nvSpPr>
          <p:cNvPr id="4" name="• What evidence is needed for the n">
            <a:extLst xmlns:a="http://schemas.openxmlformats.org/drawingml/2006/main">
              <a:ext uri="{FF2B5EF4-FFF2-40B4-BE49-F238E27FC236}">
                <a16:creationId xmlns:a16="http://schemas.microsoft.com/office/drawing/2014/main" id="{B2919908-40A0-4566-A9AD-3730D668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evidence is needed for the next decision?</a:t>
            </a:r>
          </a:p>
        </p:txBody>
      </p:sp>
      <p:sp>
        <p:nvSpPr>
          <p:cNvPr id="5" name="• When will the next review take pl">
            <a:extLst xmlns:a="http://schemas.openxmlformats.org/drawingml/2006/main">
              <a:ext uri="{FF2B5EF4-FFF2-40B4-BE49-F238E27FC236}">
                <a16:creationId xmlns:a16="http://schemas.microsoft.com/office/drawing/2014/main" id="{7CA96440-33F3-4152-9775-A793C2B7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When will the next review take place?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BF8D676-FD25-4AAB-B17D-E03FFEF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054FF04B-6664-4B92-B6FD-53A375FA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2385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81E61A63-A676-4F11-88CA-C1155261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515B791D-E2D1-4223-A381-47D3A34F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4B157FB6-A87F-469C-B0A7-39AE4131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856D6AE9-71D3-432D-92B6-C50827C5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16C89A1C-43B6-42FD-A62D-CDA67528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9D18B891-D384-49FE-841E-D1CACAF5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0C87F9EF-92F5-4CDD-9F19-433298E1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5028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2026-10-25T17:21:22.1860000Z</dcterms:created>
  <dcterms:modified xsi:type="dcterms:W3CDTF">2026-10-25T17:21:22.1860000Z</dcterms:modified>
</coreProperties>
</file>