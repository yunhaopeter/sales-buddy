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04ad3995ba4a91" /><Relationship Type="http://schemas.openxmlformats.org/officeDocument/2006/relationships/extended-properties" Target="/docProps/app.xml" Id="R1e3a36861f154b76" /><Relationship Type="http://schemas.openxmlformats.org/officeDocument/2006/relationships/officeDocument" Target="/ppt/presentation.xml" Id="R28e70de328494e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f6732bed774ea7"/>
  </p:sldMasterIdLst>
  <p:notesMasterIdLst>
    <p:notesMasterId xmlns:r="http://schemas.openxmlformats.org/officeDocument/2006/relationships" r:id="R54d7a89ffd6040f3"/>
  </p:notesMasterIdLst>
  <p:sldIdLst>
    <p:sldId xmlns:r="http://schemas.openxmlformats.org/officeDocument/2006/relationships" id="256" r:id="R8fa1fe9293334f88"/>
    <p:sldId xmlns:r="http://schemas.openxmlformats.org/officeDocument/2006/relationships" id="257" r:id="Rd201551b365b4d80"/>
    <p:sldId xmlns:r="http://schemas.openxmlformats.org/officeDocument/2006/relationships" id="258" r:id="Rce073f7cc16c4dc5"/>
    <p:sldId xmlns:r="http://schemas.openxmlformats.org/officeDocument/2006/relationships" id="259" r:id="R8d34089ebb0049eb"/>
    <p:sldId xmlns:r="http://schemas.openxmlformats.org/officeDocument/2006/relationships" id="260" r:id="Rd392aaa1354a4db0"/>
    <p:sldId xmlns:r="http://schemas.openxmlformats.org/officeDocument/2006/relationships" id="261" r:id="R87764d2513404fe5"/>
    <p:sldId xmlns:r="http://schemas.openxmlformats.org/officeDocument/2006/relationships" id="262" r:id="R551f6e22f83549f7"/>
    <p:sldId xmlns:r="http://schemas.openxmlformats.org/officeDocument/2006/relationships" id="263" r:id="Rdaab375a322946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8a332f3ea94d2c" /><Relationship Type="http://schemas.openxmlformats.org/officeDocument/2006/relationships/slideMaster" Target="/ppt/slideMasters/slideMaster1.xml" Id="R9cf6732bed774ea7" /><Relationship Type="http://schemas.openxmlformats.org/officeDocument/2006/relationships/notesMaster" Target="/ppt/notesMasters/notesMaster1.xml" Id="R54d7a89ffd6040f3" /><Relationship Type="http://schemas.openxmlformats.org/officeDocument/2006/relationships/presProps" Target="/ppt/presProps.xml" Id="Rb131edac1b2b4119" /><Relationship Type="http://schemas.openxmlformats.org/officeDocument/2006/relationships/tableStyles" Target="/ppt/tableStyles.xml" Id="R11de7f493fb043d9" /><Relationship Type="http://schemas.openxmlformats.org/officeDocument/2006/relationships/slide" Target="/ppt/slides/slide1.xml" Id="R8fa1fe9293334f88" /><Relationship Type="http://schemas.openxmlformats.org/officeDocument/2006/relationships/slide" Target="/ppt/slides/slide2.xml" Id="Rd201551b365b4d80" /><Relationship Type="http://schemas.openxmlformats.org/officeDocument/2006/relationships/slide" Target="/ppt/slides/slide3.xml" Id="Rce073f7cc16c4dc5" /><Relationship Type="http://schemas.openxmlformats.org/officeDocument/2006/relationships/slide" Target="/ppt/slides/slide4.xml" Id="R8d34089ebb0049eb" /><Relationship Type="http://schemas.openxmlformats.org/officeDocument/2006/relationships/slide" Target="/ppt/slides/slide5.xml" Id="Rd392aaa1354a4db0" /><Relationship Type="http://schemas.openxmlformats.org/officeDocument/2006/relationships/slide" Target="/ppt/slides/slide6.xml" Id="R87764d2513404fe5" /><Relationship Type="http://schemas.openxmlformats.org/officeDocument/2006/relationships/slide" Target="/ppt/slides/slide7.xml" Id="R551f6e22f83549f7" /><Relationship Type="http://schemas.openxmlformats.org/officeDocument/2006/relationships/slide" Target="/ppt/slides/slide8.xml" Id="Rdaab375a322946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cc87b2ae754f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ae963b5694e35" /><Relationship Type="http://schemas.openxmlformats.org/officeDocument/2006/relationships/notesMaster" Target="/ppt/notesMasters/notesMaster1.xml" Id="R5425f573a38843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418aa3c0164cc3" /><Relationship Type="http://schemas.openxmlformats.org/officeDocument/2006/relationships/notesMaster" Target="/ppt/notesMasters/notesMaster1.xml" Id="R6c062a9d134f46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caeaf513e6497a" /><Relationship Type="http://schemas.openxmlformats.org/officeDocument/2006/relationships/notesMaster" Target="/ppt/notesMasters/notesMaster1.xml" Id="Rb4aea85f71ee48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4112f5dc0e41e8" /><Relationship Type="http://schemas.openxmlformats.org/officeDocument/2006/relationships/notesMaster" Target="/ppt/notesMasters/notesMaster1.xml" Id="R2cde85eaef3b49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01dd3e2504496a" /><Relationship Type="http://schemas.openxmlformats.org/officeDocument/2006/relationships/notesMaster" Target="/ppt/notesMasters/notesMaster1.xml" Id="R4352332f519249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e31178113947e4" /><Relationship Type="http://schemas.openxmlformats.org/officeDocument/2006/relationships/notesMaster" Target="/ppt/notesMasters/notesMaster1.xml" Id="Rae88a2fb87e645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22e5d7ee364eb4" /><Relationship Type="http://schemas.openxmlformats.org/officeDocument/2006/relationships/notesMaster" Target="/ppt/notesMasters/notesMaster1.xml" Id="R75ccf8b934a144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451f0697bf49b2" /><Relationship Type="http://schemas.openxmlformats.org/officeDocument/2006/relationships/notesMaster" Target="/ppt/notesMasters/notesMaster1.xml" Id="Rfe3fd73094354c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8d918f4fd4f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2f7025e6140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57369056f46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f140461e440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5eb9c62b44d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7d8d6dc1344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B3AA79-071B-4E38-AE72-8BAC0678E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1F7AEA-45A4-48A9-A4CB-52705F7885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CA4F38-B561-458E-AB8F-5479D72169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D4922A-21C7-48FC-8A3F-BA8EB0202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AE535A-66F4-48F7-BF2F-1283EC7D18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C863A0-F7C4-4180-BE60-820FAEEEE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D3DDA9-39C4-47D8-9FB6-DE2AE28C1C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A9D234-C933-4222-9FC4-E379514F69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7698D3-1BC1-4784-80BF-933FC96F86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53F799-D65A-4BAC-9ACD-3B7A8F5C93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69fd2736bf4973" /><Relationship Type="http://schemas.openxmlformats.org/officeDocument/2006/relationships/slideLayout" Target="/ppt/slideLayouts/slideLayout1.xml" Id="R2c298a847aeb4d0e" /><Relationship Type="http://schemas.openxmlformats.org/officeDocument/2006/relationships/slideLayout" Target="/ppt/slideLayouts/slideLayout2.xml" Id="Re1e7c86387394fda" /><Relationship Type="http://schemas.openxmlformats.org/officeDocument/2006/relationships/slideLayout" Target="/ppt/slideLayouts/slideLayout3.xml" Id="Re3b1dae08858463e" /><Relationship Type="http://schemas.openxmlformats.org/officeDocument/2006/relationships/slideLayout" Target="/ppt/slideLayouts/slideLayout4.xml" Id="R91e0496be8e84a58" /><Relationship Type="http://schemas.openxmlformats.org/officeDocument/2006/relationships/slideLayout" Target="/ppt/slideLayouts/slideLayout5.xml" Id="R5314ce205ba44519" /><Relationship Type="http://schemas.openxmlformats.org/officeDocument/2006/relationships/slideLayout" Target="/ppt/slideLayouts/slideLayout6.xml" Id="R159f0517624545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298a847aeb4d0e"/>
    <p:sldLayoutId xmlns:r="http://schemas.openxmlformats.org/officeDocument/2006/relationships" id="2147483650" r:id="Re1e7c86387394fda"/>
    <p:sldLayoutId xmlns:r="http://schemas.openxmlformats.org/officeDocument/2006/relationships" id="2147483651" r:id="Re3b1dae08858463e"/>
    <p:sldLayoutId xmlns:r="http://schemas.openxmlformats.org/officeDocument/2006/relationships" id="2147483652" r:id="R91e0496be8e84a58"/>
    <p:sldLayoutId xmlns:r="http://schemas.openxmlformats.org/officeDocument/2006/relationships" id="2147483653" r:id="R5314ce205ba44519"/>
    <p:sldLayoutId xmlns:r="http://schemas.openxmlformats.org/officeDocument/2006/relationships" id="2147483654" r:id="R159f0517624545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49d4f45d544d98" /><Relationship Type="http://schemas.openxmlformats.org/officeDocument/2006/relationships/notesSlide" Target="/ppt/notesSlides/notesSlide1.xml" Id="R1335619ab4a747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08d84044c4c75" /><Relationship Type="http://schemas.openxmlformats.org/officeDocument/2006/relationships/notesSlide" Target="/ppt/notesSlides/notesSlide2.xml" Id="R98b1c9e72c6441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6202bc93ec45a7" /><Relationship Type="http://schemas.openxmlformats.org/officeDocument/2006/relationships/notesSlide" Target="/ppt/notesSlides/notesSlide3.xml" Id="Re97b40f8f4fb4c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11cec486124263" /><Relationship Type="http://schemas.openxmlformats.org/officeDocument/2006/relationships/notesSlide" Target="/ppt/notesSlides/notesSlide4.xml" Id="Rd91fd1b4ea7a4a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6b5b81e8b44630" /><Relationship Type="http://schemas.openxmlformats.org/officeDocument/2006/relationships/notesSlide" Target="/ppt/notesSlides/notesSlide5.xml" Id="R5f6694d0f2a24e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c62a31f8984dfe" /><Relationship Type="http://schemas.openxmlformats.org/officeDocument/2006/relationships/notesSlide" Target="/ppt/notesSlides/notesSlide6.xml" Id="R04a5ddc8edc441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96ce88499484e" /><Relationship Type="http://schemas.openxmlformats.org/officeDocument/2006/relationships/notesSlide" Target="/ppt/notesSlides/notesSlide7.xml" Id="Rb5202994ec9147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32021888a54098" /><Relationship Type="http://schemas.openxmlformats.org/officeDocument/2006/relationships/notesSlide" Target="/ppt/notesSlides/notesSlide8.xml" Id="Rf9f7b4591a294e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NERGY STORAGE · MEETING BRIEF">
            <a:extLst xmlns:a="http://schemas.openxmlformats.org/drawingml/2006/main">
              <a:ext uri="{FF2B5EF4-FFF2-40B4-BE49-F238E27FC236}">
                <a16:creationId xmlns:a16="http://schemas.microsoft.com/office/drawing/2014/main" id="{F0A0668F-0239-437B-BD74-9E994179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B9FC"/>
                </a:solidFill>
                <a:latin typeface="Arial"/>
                <a:ea typeface="Arial"/>
                <a:cs typeface="Arial"/>
              </a:rPr>
              <a:t>ENERGY STORAGE · MEETING BRIEF</a:t>
            </a:r>
          </a:p>
        </p:txBody>
      </p:sp>
      <p:sp>
        <p:nvSpPr>
          <p:cNvPr id="2" name="Executive energy storage discussion">
            <a:extLst xmlns:a="http://schemas.openxmlformats.org/drawingml/2006/main">
              <a:ext uri="{FF2B5EF4-FFF2-40B4-BE49-F238E27FC236}">
                <a16:creationId xmlns:a16="http://schemas.microsoft.com/office/drawing/2014/main" id="{1E982708-1541-4D27-8BD5-5AB4DC59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Executive energy storage discussion</a:t>
            </a:r>
          </a:p>
        </p:txBody>
      </p:sp>
      <p:sp>
        <p:nvSpPr>
          <p:cNvPr id="3" name="Customer meeting reference material">
            <a:extLst xmlns:a="http://schemas.openxmlformats.org/drawingml/2006/main">
              <a:ext uri="{FF2B5EF4-FFF2-40B4-BE49-F238E27FC236}">
                <a16:creationId xmlns:a16="http://schemas.microsoft.com/office/drawing/2014/main" id="{D069FB53-40FC-4621-9840-4494D85F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Customer meeting reference material</a:t>
            </a:r>
          </a:p>
        </p:txBody>
      </p:sp>
      <p:sp>
        <p:nvSpPr>
          <p:cNvPr id="4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06D533AB-E014-4BCF-A5ED-DB3AF236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354D028A-D212-43C7-9BDC-96CA8374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5522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73269F22-4B16-4A47-8ACB-99B6F737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Business objectives">
            <a:extLst xmlns:a="http://schemas.openxmlformats.org/drawingml/2006/main">
              <a:ext uri="{FF2B5EF4-FFF2-40B4-BE49-F238E27FC236}">
                <a16:creationId xmlns:a16="http://schemas.microsoft.com/office/drawing/2014/main" id="{5942310A-FE64-44A9-B8D6-6D02D176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Business objectives</a:t>
            </a:r>
          </a:p>
        </p:txBody>
      </p:sp>
      <p:sp>
        <p:nvSpPr>
          <p:cNvPr id="3" name="• Clarify the customer investment o">
            <a:extLst xmlns:a="http://schemas.openxmlformats.org/drawingml/2006/main">
              <a:ext uri="{FF2B5EF4-FFF2-40B4-BE49-F238E27FC236}">
                <a16:creationId xmlns:a16="http://schemas.microsoft.com/office/drawing/2014/main" id="{CCBCAFC5-DEDD-4AEA-8D72-1C9330AC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Clarify the customer investment objective</a:t>
            </a:r>
          </a:p>
        </p:txBody>
      </p:sp>
      <p:sp>
        <p:nvSpPr>
          <p:cNvPr id="4" name="• Separate project priorities from ">
            <a:extLst xmlns:a="http://schemas.openxmlformats.org/drawingml/2006/main">
              <a:ext uri="{FF2B5EF4-FFF2-40B4-BE49-F238E27FC236}">
                <a16:creationId xmlns:a16="http://schemas.microsoft.com/office/drawing/2014/main" id="{4AE48557-7D71-4C7E-AB7E-7ECCE95E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Separate project priorities from market assumptions</a:t>
            </a:r>
          </a:p>
        </p:txBody>
      </p:sp>
      <p:sp>
        <p:nvSpPr>
          <p:cNvPr id="5" name="• Agree which decisions the meeting">
            <a:extLst xmlns:a="http://schemas.openxmlformats.org/drawingml/2006/main">
              <a:ext uri="{FF2B5EF4-FFF2-40B4-BE49-F238E27FC236}">
                <a16:creationId xmlns:a16="http://schemas.microsoft.com/office/drawing/2014/main" id="{0245C4AB-EAF5-4233-A4B4-4BD2A358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which decisions the meeting should support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00BA71F-2E76-4A34-BD7D-6651E720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506DF0DF-282F-4F52-BB4C-B53397DF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809973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AF7645DF-5EFC-4E35-844B-E1E5A682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Portfolio priorities">
            <a:extLst xmlns:a="http://schemas.openxmlformats.org/drawingml/2006/main">
              <a:ext uri="{FF2B5EF4-FFF2-40B4-BE49-F238E27FC236}">
                <a16:creationId xmlns:a16="http://schemas.microsoft.com/office/drawing/2014/main" id="{2361BF3E-FBE1-4A7A-A7EE-FA2BC6D2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Portfolio priorities</a:t>
            </a:r>
          </a:p>
        </p:txBody>
      </p:sp>
      <p:sp>
        <p:nvSpPr>
          <p:cNvPr id="3" name="• Compare projects by readiness and">
            <a:extLst xmlns:a="http://schemas.openxmlformats.org/drawingml/2006/main">
              <a:ext uri="{FF2B5EF4-FFF2-40B4-BE49-F238E27FC236}">
                <a16:creationId xmlns:a16="http://schemas.microsoft.com/office/drawing/2014/main" id="{52452F01-A722-41F6-BD06-368808D6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Compare projects by readiness and customer commitment</a:t>
            </a:r>
          </a:p>
        </p:txBody>
      </p:sp>
      <p:sp>
        <p:nvSpPr>
          <p:cNvPr id="4" name="• Identify decisions that require m">
            <a:extLst xmlns:a="http://schemas.openxmlformats.org/drawingml/2006/main">
              <a:ext uri="{FF2B5EF4-FFF2-40B4-BE49-F238E27FC236}">
                <a16:creationId xmlns:a16="http://schemas.microsoft.com/office/drawing/2014/main" id="{B28ED59E-B2D5-49F4-BC4E-112EC2BE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Identify decisions that require management support</a:t>
            </a:r>
          </a:p>
        </p:txBody>
      </p:sp>
      <p:sp>
        <p:nvSpPr>
          <p:cNvPr id="5" name="• Keep each opportunity scope separ">
            <a:extLst xmlns:a="http://schemas.openxmlformats.org/drawingml/2006/main">
              <a:ext uri="{FF2B5EF4-FFF2-40B4-BE49-F238E27FC236}">
                <a16:creationId xmlns:a16="http://schemas.microsoft.com/office/drawing/2014/main" id="{4CC93047-13BC-4C0E-BA67-541324D0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Keep each opportunity scope separate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2297F4AB-FDF6-49D9-9388-034682A8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3">
            <a:extLst xmlns:a="http://schemas.openxmlformats.org/drawingml/2006/main">
              <a:ext uri="{FF2B5EF4-FFF2-40B4-BE49-F238E27FC236}">
                <a16:creationId xmlns:a16="http://schemas.microsoft.com/office/drawing/2014/main" id="{7C4AE6EB-33F1-4B85-8313-7B67C61F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93184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02473C5E-F976-448A-8E94-CCD4391D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Investment discussion">
            <a:extLst xmlns:a="http://schemas.openxmlformats.org/drawingml/2006/main">
              <a:ext uri="{FF2B5EF4-FFF2-40B4-BE49-F238E27FC236}">
                <a16:creationId xmlns:a16="http://schemas.microsoft.com/office/drawing/2014/main" id="{8F3B2D0A-7A02-45FB-BCB1-06F5148F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Investment discussion</a:t>
            </a:r>
          </a:p>
        </p:txBody>
      </p:sp>
      <p:sp>
        <p:nvSpPr>
          <p:cNvPr id="3" name="Discussion focus">
            <a:extLst xmlns:a="http://schemas.openxmlformats.org/drawingml/2006/main">
              <a:ext uri="{FF2B5EF4-FFF2-40B4-BE49-F238E27FC236}">
                <a16:creationId xmlns:a16="http://schemas.microsoft.com/office/drawing/2014/main" id="{98E2CA9A-8992-47F1-B284-D298854A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focus</a:t>
            </a:r>
          </a:p>
        </p:txBody>
      </p:sp>
      <p:sp>
        <p:nvSpPr>
          <p:cNvPr id="4" name="• Inputs include operating objectiv">
            <a:extLst xmlns:a="http://schemas.openxmlformats.org/drawingml/2006/main">
              <a:ext uri="{FF2B5EF4-FFF2-40B4-BE49-F238E27FC236}">
                <a16:creationId xmlns:a16="http://schemas.microsoft.com/office/drawing/2014/main" id="{252940E1-0875-44C5-A1FC-53917D24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Inputs include operating objectives and constraints</a:t>
            </a:r>
          </a:p>
        </p:txBody>
      </p:sp>
      <p:sp>
        <p:nvSpPr>
          <p:cNvPr id="5" name="• Scenario analysis does not guaran">
            <a:extLst xmlns:a="http://schemas.openxmlformats.org/drawingml/2006/main">
              <a:ext uri="{FF2B5EF4-FFF2-40B4-BE49-F238E27FC236}">
                <a16:creationId xmlns:a16="http://schemas.microsoft.com/office/drawing/2014/main" id="{02057381-206B-4E54-B0EA-4465BFA0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Scenario analysis does not guarantee returns</a:t>
            </a:r>
          </a:p>
        </p:txBody>
      </p:sp>
      <p:sp>
        <p:nvSpPr>
          <p:cNvPr id="6" name="Customer confirmation">
            <a:extLst xmlns:a="http://schemas.openxmlformats.org/drawingml/2006/main">
              <a:ext uri="{FF2B5EF4-FFF2-40B4-BE49-F238E27FC236}">
                <a16:creationId xmlns:a16="http://schemas.microsoft.com/office/drawing/2014/main" id="{0E835405-0015-45EF-95E1-368B38B3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confirmation</a:t>
            </a:r>
          </a:p>
        </p:txBody>
      </p:sp>
      <p:sp>
        <p:nvSpPr>
          <p:cNvPr id="7" name="• Confirm the customer evaluation c">
            <a:extLst xmlns:a="http://schemas.openxmlformats.org/drawingml/2006/main">
              <a:ext uri="{FF2B5EF4-FFF2-40B4-BE49-F238E27FC236}">
                <a16:creationId xmlns:a16="http://schemas.microsoft.com/office/drawing/2014/main" id="{F1B77F67-F29E-46D0-B79D-183AB38F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evaluation criteria</a:t>
            </a:r>
          </a:p>
        </p:txBody>
      </p:sp>
      <p:sp>
        <p:nvSpPr>
          <p:cNvPr id="8" name="• Record unresolved items and owner">
            <a:extLst xmlns:a="http://schemas.openxmlformats.org/drawingml/2006/main">
              <a:ext uri="{FF2B5EF4-FFF2-40B4-BE49-F238E27FC236}">
                <a16:creationId xmlns:a16="http://schemas.microsoft.com/office/drawing/2014/main" id="{1684562A-1BB0-45A1-BE33-EED4A48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unresolved items and owners</a:t>
            </a:r>
          </a:p>
        </p:txBody>
      </p:sp>
      <p:sp>
        <p:nvSpPr>
          <p:cNvPr id="9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61B559CE-69B8-4E90-8706-12D2AC44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AB326C94-BFC1-471D-A9EA-FDC2B2F5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54501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582F5DA0-1419-4BFC-B996-198F246E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elivery confidence">
            <a:extLst xmlns:a="http://schemas.openxmlformats.org/drawingml/2006/main">
              <a:ext uri="{FF2B5EF4-FFF2-40B4-BE49-F238E27FC236}">
                <a16:creationId xmlns:a16="http://schemas.microsoft.com/office/drawing/2014/main" id="{2B582029-3EDE-4CCA-9EBB-89A61F1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Delivery confidence</a:t>
            </a:r>
          </a:p>
        </p:txBody>
      </p:sp>
      <p:sp>
        <p:nvSpPr>
          <p:cNvPr id="3" name="• Discuss interfaces and organisati">
            <a:extLst xmlns:a="http://schemas.openxmlformats.org/drawingml/2006/main">
              <a:ext uri="{FF2B5EF4-FFF2-40B4-BE49-F238E27FC236}">
                <a16:creationId xmlns:a16="http://schemas.microsoft.com/office/drawing/2014/main" id="{E9453E18-2DBB-499D-96A1-B522CB76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Discuss interfaces and organisational responsibilities</a:t>
            </a:r>
          </a:p>
        </p:txBody>
      </p:sp>
      <p:sp>
        <p:nvSpPr>
          <p:cNvPr id="4" name="• Identify project dependencies ear">
            <a:extLst xmlns:a="http://schemas.openxmlformats.org/drawingml/2006/main">
              <a:ext uri="{FF2B5EF4-FFF2-40B4-BE49-F238E27FC236}">
                <a16:creationId xmlns:a16="http://schemas.microsoft.com/office/drawing/2014/main" id="{2F0AF6B5-848E-4419-B0BB-868DEA34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Identify project dependencies early</a:t>
            </a:r>
          </a:p>
        </p:txBody>
      </p:sp>
      <p:sp>
        <p:nvSpPr>
          <p:cNvPr id="5" name="• Use evidence rather than generic ">
            <a:extLst xmlns:a="http://schemas.openxmlformats.org/drawingml/2006/main">
              <a:ext uri="{FF2B5EF4-FFF2-40B4-BE49-F238E27FC236}">
                <a16:creationId xmlns:a16="http://schemas.microsoft.com/office/drawing/2014/main" id="{9F0A262E-4C57-48DC-B6B8-60C85955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Use evidence rather than generic promises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D3615231-95CE-43D1-8655-89A9BECA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B91E6207-A08B-46BC-BD66-EF8F2BEA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23824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428C6726-B58E-4ED7-B617-58000ABD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Cooperation framework">
            <a:extLst xmlns:a="http://schemas.openxmlformats.org/drawingml/2006/main">
              <a:ext uri="{FF2B5EF4-FFF2-40B4-BE49-F238E27FC236}">
                <a16:creationId xmlns:a16="http://schemas.microsoft.com/office/drawing/2014/main" id="{F0D98FDF-16C8-485D-83E6-757B0D4E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Cooperation framework</a:t>
            </a:r>
          </a:p>
        </p:txBody>
      </p:sp>
      <p:sp>
        <p:nvSpPr>
          <p:cNvPr id="3" name="• Define joint working roles">
            <a:extLst xmlns:a="http://schemas.openxmlformats.org/drawingml/2006/main">
              <a:ext uri="{FF2B5EF4-FFF2-40B4-BE49-F238E27FC236}">
                <a16:creationId xmlns:a16="http://schemas.microsoft.com/office/drawing/2014/main" id="{DE7D2E9C-4A78-46A1-A8F8-C9E97C4E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Define joint working roles</a:t>
            </a:r>
          </a:p>
        </p:txBody>
      </p:sp>
      <p:sp>
        <p:nvSpPr>
          <p:cNvPr id="4" name="• Agree an initial technical workst">
            <a:extLst xmlns:a="http://schemas.openxmlformats.org/drawingml/2006/main">
              <a:ext uri="{FF2B5EF4-FFF2-40B4-BE49-F238E27FC236}">
                <a16:creationId xmlns:a16="http://schemas.microsoft.com/office/drawing/2014/main" id="{2D78FB92-3675-46FB-8DAE-4C4E2A28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an initial technical workstream</a:t>
            </a:r>
          </a:p>
        </p:txBody>
      </p:sp>
      <p:sp>
        <p:nvSpPr>
          <p:cNvPr id="5" name="• Specify the next review milestone">
            <a:extLst xmlns:a="http://schemas.openxmlformats.org/drawingml/2006/main">
              <a:ext uri="{FF2B5EF4-FFF2-40B4-BE49-F238E27FC236}">
                <a16:creationId xmlns:a16="http://schemas.microsoft.com/office/drawing/2014/main" id="{56EEF8DF-2068-4B62-959D-F327FFC2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Specify the next review milestone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6E6F96E4-7385-475C-826E-6E98FD63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60542C41-6D71-4230-96CE-F4251556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05119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58C14D91-8A25-418A-A662-7E980C21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ecision agenda">
            <a:extLst xmlns:a="http://schemas.openxmlformats.org/drawingml/2006/main">
              <a:ext uri="{FF2B5EF4-FFF2-40B4-BE49-F238E27FC236}">
                <a16:creationId xmlns:a16="http://schemas.microsoft.com/office/drawing/2014/main" id="{175ED0AB-DF46-4792-B697-DBD825B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Decision agenda</a:t>
            </a:r>
          </a:p>
        </p:txBody>
      </p:sp>
      <p:sp>
        <p:nvSpPr>
          <p:cNvPr id="3" name="• Which project deserves first atte">
            <a:extLst xmlns:a="http://schemas.openxmlformats.org/drawingml/2006/main">
              <a:ext uri="{FF2B5EF4-FFF2-40B4-BE49-F238E27FC236}">
                <a16:creationId xmlns:a16="http://schemas.microsoft.com/office/drawing/2014/main" id="{69507A3E-A3D4-42F6-A8B1-6E6CDBF8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Which project deserves first attention?</a:t>
            </a:r>
          </a:p>
        </p:txBody>
      </p:sp>
      <p:sp>
        <p:nvSpPr>
          <p:cNvPr id="4" name="• Who can sponsor the next review?">
            <a:extLst xmlns:a="http://schemas.openxmlformats.org/drawingml/2006/main">
              <a:ext uri="{FF2B5EF4-FFF2-40B4-BE49-F238E27FC236}">
                <a16:creationId xmlns:a16="http://schemas.microsoft.com/office/drawing/2014/main" id="{15D8919C-2A35-4756-ACBC-E91FC9BE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Who can sponsor the next review?</a:t>
            </a:r>
          </a:p>
        </p:txBody>
      </p:sp>
      <p:sp>
        <p:nvSpPr>
          <p:cNvPr id="5" name="• What evidence is needed before co">
            <a:extLst xmlns:a="http://schemas.openxmlformats.org/drawingml/2006/main">
              <a:ext uri="{FF2B5EF4-FFF2-40B4-BE49-F238E27FC236}">
                <a16:creationId xmlns:a16="http://schemas.microsoft.com/office/drawing/2014/main" id="{FD9BFA06-11B3-4056-AB0A-DDCB170A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What evidence is needed before committing resources?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C4AF758-1DA2-4ADA-A0E0-D1BB4F9B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63A0CD0B-4920-4FC4-BAA8-F1A7D60E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03694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04CC1259-8EE9-4E6A-A385-1E08D184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iscussion and next steps">
            <a:extLst xmlns:a="http://schemas.openxmlformats.org/drawingml/2006/main">
              <a:ext uri="{FF2B5EF4-FFF2-40B4-BE49-F238E27FC236}">
                <a16:creationId xmlns:a16="http://schemas.microsoft.com/office/drawing/2014/main" id="{525E6449-FC9A-41C3-BDD9-0B2122D0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and next steps</a:t>
            </a:r>
          </a:p>
        </p:txBody>
      </p:sp>
      <p:sp>
        <p:nvSpPr>
          <p:cNvPr id="3" name="• Confirm the customer priorities">
            <a:extLst xmlns:a="http://schemas.openxmlformats.org/drawingml/2006/main">
              <a:ext uri="{FF2B5EF4-FFF2-40B4-BE49-F238E27FC236}">
                <a16:creationId xmlns:a16="http://schemas.microsoft.com/office/drawing/2014/main" id="{EDFF3D64-876D-4AB5-AB70-61E46E58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priorities</a:t>
            </a:r>
          </a:p>
        </p:txBody>
      </p:sp>
      <p:sp>
        <p:nvSpPr>
          <p:cNvPr id="4" name="• Agree owners for open questions">
            <a:extLst xmlns:a="http://schemas.openxmlformats.org/drawingml/2006/main">
              <a:ext uri="{FF2B5EF4-FFF2-40B4-BE49-F238E27FC236}">
                <a16:creationId xmlns:a16="http://schemas.microsoft.com/office/drawing/2014/main" id="{28926699-6890-4FCF-9623-7557EA04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owners for open questions</a:t>
            </a:r>
          </a:p>
        </p:txBody>
      </p:sp>
      <p:sp>
        <p:nvSpPr>
          <p:cNvPr id="5" name="• Set the next review milestone">
            <a:extLst xmlns:a="http://schemas.openxmlformats.org/drawingml/2006/main">
              <a:ext uri="{FF2B5EF4-FFF2-40B4-BE49-F238E27FC236}">
                <a16:creationId xmlns:a16="http://schemas.microsoft.com/office/drawing/2014/main" id="{6D805609-52C7-4C77-A55D-CFCCADE1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Set the next review milestone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88A080A1-1C41-4230-A0C8-94D96D9C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8">
            <a:extLst xmlns:a="http://schemas.openxmlformats.org/drawingml/2006/main">
              <a:ext uri="{FF2B5EF4-FFF2-40B4-BE49-F238E27FC236}">
                <a16:creationId xmlns:a16="http://schemas.microsoft.com/office/drawing/2014/main" id="{93B67318-555C-4517-9195-48744A1F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53597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2026-10-25T17:21:12.6070000Z</dcterms:created>
  <dcterms:modified xsi:type="dcterms:W3CDTF">2026-10-25T17:21:12.6070000Z</dcterms:modified>
</coreProperties>
</file>