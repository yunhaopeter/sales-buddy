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60b29e5c144ca" /><Relationship Type="http://schemas.openxmlformats.org/officeDocument/2006/relationships/extended-properties" Target="/docProps/app.xml" Id="R74cd696bbec34344" /><Relationship Type="http://schemas.openxmlformats.org/officeDocument/2006/relationships/officeDocument" Target="/ppt/presentation.xml" Id="R38f7910dc89b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d8d315ef648e3"/>
  </p:sldMasterIdLst>
  <p:notesMasterIdLst>
    <p:notesMasterId xmlns:r="http://schemas.openxmlformats.org/officeDocument/2006/relationships" r:id="R656706e7acf74bf0"/>
  </p:notesMasterIdLst>
  <p:sldIdLst>
    <p:sldId xmlns:r="http://schemas.openxmlformats.org/officeDocument/2006/relationships" id="256" r:id="R8afb7f2cdafe4b1e"/>
    <p:sldId xmlns:r="http://schemas.openxmlformats.org/officeDocument/2006/relationships" id="257" r:id="Rf977426115a14199"/>
    <p:sldId xmlns:r="http://schemas.openxmlformats.org/officeDocument/2006/relationships" id="258" r:id="R4c9e22a9c9d34ac3"/>
    <p:sldId xmlns:r="http://schemas.openxmlformats.org/officeDocument/2006/relationships" id="259" r:id="R7754a60a449d4347"/>
    <p:sldId xmlns:r="http://schemas.openxmlformats.org/officeDocument/2006/relationships" id="260" r:id="R7da8ef0801584a41"/>
    <p:sldId xmlns:r="http://schemas.openxmlformats.org/officeDocument/2006/relationships" id="261" r:id="R363577f734504710"/>
    <p:sldId xmlns:r="http://schemas.openxmlformats.org/officeDocument/2006/relationships" id="262" r:id="R60a44cea2ec141d2"/>
    <p:sldId xmlns:r="http://schemas.openxmlformats.org/officeDocument/2006/relationships" id="263" r:id="Raab986ea5c6040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9c166cd9a42f0" /><Relationship Type="http://schemas.openxmlformats.org/officeDocument/2006/relationships/slideMaster" Target="/ppt/slideMasters/slideMaster1.xml" Id="R22cd8d315ef648e3" /><Relationship Type="http://schemas.openxmlformats.org/officeDocument/2006/relationships/notesMaster" Target="/ppt/notesMasters/notesMaster1.xml" Id="R656706e7acf74bf0" /><Relationship Type="http://schemas.openxmlformats.org/officeDocument/2006/relationships/presProps" Target="/ppt/presProps.xml" Id="R801a9efdcfeb4ec9" /><Relationship Type="http://schemas.openxmlformats.org/officeDocument/2006/relationships/tableStyles" Target="/ppt/tableStyles.xml" Id="R1811843839db493e" /><Relationship Type="http://schemas.openxmlformats.org/officeDocument/2006/relationships/slide" Target="/ppt/slides/slide1.xml" Id="R8afb7f2cdafe4b1e" /><Relationship Type="http://schemas.openxmlformats.org/officeDocument/2006/relationships/slide" Target="/ppt/slides/slide2.xml" Id="Rf977426115a14199" /><Relationship Type="http://schemas.openxmlformats.org/officeDocument/2006/relationships/slide" Target="/ppt/slides/slide3.xml" Id="R4c9e22a9c9d34ac3" /><Relationship Type="http://schemas.openxmlformats.org/officeDocument/2006/relationships/slide" Target="/ppt/slides/slide4.xml" Id="R7754a60a449d4347" /><Relationship Type="http://schemas.openxmlformats.org/officeDocument/2006/relationships/slide" Target="/ppt/slides/slide5.xml" Id="R7da8ef0801584a41" /><Relationship Type="http://schemas.openxmlformats.org/officeDocument/2006/relationships/slide" Target="/ppt/slides/slide6.xml" Id="R363577f734504710" /><Relationship Type="http://schemas.openxmlformats.org/officeDocument/2006/relationships/slide" Target="/ppt/slides/slide7.xml" Id="R60a44cea2ec141d2" /><Relationship Type="http://schemas.openxmlformats.org/officeDocument/2006/relationships/slide" Target="/ppt/slides/slide8.xml" Id="Raab986ea5c60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90223d671940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c03ed3a594c3d" /><Relationship Type="http://schemas.openxmlformats.org/officeDocument/2006/relationships/notesMaster" Target="/ppt/notesMasters/notesMaster1.xml" Id="Ra4380735812e45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2d0c7b8c104003" /><Relationship Type="http://schemas.openxmlformats.org/officeDocument/2006/relationships/notesMaster" Target="/ppt/notesMasters/notesMaster1.xml" Id="R99f52c6a11ed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9b23844974ac9" /><Relationship Type="http://schemas.openxmlformats.org/officeDocument/2006/relationships/notesMaster" Target="/ppt/notesMasters/notesMaster1.xml" Id="Rec383e5a2f3c41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dbb164f3e498c" /><Relationship Type="http://schemas.openxmlformats.org/officeDocument/2006/relationships/notesMaster" Target="/ppt/notesMasters/notesMaster1.xml" Id="R4fbf15ce2c4f46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59763af094109" /><Relationship Type="http://schemas.openxmlformats.org/officeDocument/2006/relationships/notesMaster" Target="/ppt/notesMasters/notesMaster1.xml" Id="R6c3b022da91c4e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bfe67541f14819" /><Relationship Type="http://schemas.openxmlformats.org/officeDocument/2006/relationships/notesMaster" Target="/ppt/notesMasters/notesMaster1.xml" Id="Reca135d7ff7a42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c749b363d54d50" /><Relationship Type="http://schemas.openxmlformats.org/officeDocument/2006/relationships/notesMaster" Target="/ppt/notesMasters/notesMaster1.xml" Id="Ra59abf3f1924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6ea70585643bf" /><Relationship Type="http://schemas.openxmlformats.org/officeDocument/2006/relationships/notesMaster" Target="/ppt/notesMasters/notesMaster1.xml" Id="Rf63fcf872c9642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4802db2a34a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17bce890642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ac92fd33f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e59f4f0f8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6c2e7c9714a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c24fe044441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C8B94-7D1D-4B1E-BC6F-F923482FF8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9BB0A5-7C95-42CC-B83F-F39EE9D315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19C7F8-0BF7-4EEF-965E-17D58EBE4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C38BD-2077-4539-BBCE-0A29D961C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C04D43-9A4E-493D-AB35-2D34D84512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EB9BDB-2ABF-4ED4-8E75-0D94A2AB3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2183F3-5198-46E7-B34B-FB23750E88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6F1AB2-1AE7-4140-BE62-58F04FB3F3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59E4E-C38B-4CF2-B40B-FCCC10A9B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1E6A7F-E543-42F9-B2E6-0524C0D734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d8b61ff664d85" /><Relationship Type="http://schemas.openxmlformats.org/officeDocument/2006/relationships/slideLayout" Target="/ppt/slideLayouts/slideLayout1.xml" Id="R07d22bbad3b74bcf" /><Relationship Type="http://schemas.openxmlformats.org/officeDocument/2006/relationships/slideLayout" Target="/ppt/slideLayouts/slideLayout2.xml" Id="R0fd65fbc997444bb" /><Relationship Type="http://schemas.openxmlformats.org/officeDocument/2006/relationships/slideLayout" Target="/ppt/slideLayouts/slideLayout3.xml" Id="Rd2fa4161a56d4af2" /><Relationship Type="http://schemas.openxmlformats.org/officeDocument/2006/relationships/slideLayout" Target="/ppt/slideLayouts/slideLayout4.xml" Id="R1de14e57ec5e477b" /><Relationship Type="http://schemas.openxmlformats.org/officeDocument/2006/relationships/slideLayout" Target="/ppt/slideLayouts/slideLayout5.xml" Id="Rdb8dbc0b2f034a1b" /><Relationship Type="http://schemas.openxmlformats.org/officeDocument/2006/relationships/slideLayout" Target="/ppt/slideLayouts/slideLayout6.xml" Id="Ra094047eff8d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22bbad3b74bcf"/>
    <p:sldLayoutId xmlns:r="http://schemas.openxmlformats.org/officeDocument/2006/relationships" id="2147483650" r:id="R0fd65fbc997444bb"/>
    <p:sldLayoutId xmlns:r="http://schemas.openxmlformats.org/officeDocument/2006/relationships" id="2147483651" r:id="Rd2fa4161a56d4af2"/>
    <p:sldLayoutId xmlns:r="http://schemas.openxmlformats.org/officeDocument/2006/relationships" id="2147483652" r:id="R1de14e57ec5e477b"/>
    <p:sldLayoutId xmlns:r="http://schemas.openxmlformats.org/officeDocument/2006/relationships" id="2147483653" r:id="Rdb8dbc0b2f034a1b"/>
    <p:sldLayoutId xmlns:r="http://schemas.openxmlformats.org/officeDocument/2006/relationships" id="2147483654" r:id="Ra094047eff8d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1a5fcbc1b4bc0" /><Relationship Type="http://schemas.openxmlformats.org/officeDocument/2006/relationships/notesSlide" Target="/ppt/notesSlides/notesSlide1.xml" Id="R370219e7455d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60f72757c414b" /><Relationship Type="http://schemas.openxmlformats.org/officeDocument/2006/relationships/notesSlide" Target="/ppt/notesSlides/notesSlide2.xml" Id="Rb3249b1a1e2b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06f066ba14ede" /><Relationship Type="http://schemas.openxmlformats.org/officeDocument/2006/relationships/notesSlide" Target="/ppt/notesSlides/notesSlide3.xml" Id="R11aebde3563c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92043347b483b" /><Relationship Type="http://schemas.openxmlformats.org/officeDocument/2006/relationships/notesSlide" Target="/ppt/notesSlides/notesSlide4.xml" Id="R2862077fb3ed49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f32d2c35c4de9" /><Relationship Type="http://schemas.openxmlformats.org/officeDocument/2006/relationships/notesSlide" Target="/ppt/notesSlides/notesSlide5.xml" Id="Rfe15d970d49c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645e5415043a3" /><Relationship Type="http://schemas.openxmlformats.org/officeDocument/2006/relationships/notesSlide" Target="/ppt/notesSlides/notesSlide6.xml" Id="R5179522dc24945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9179f14ad4d2e" /><Relationship Type="http://schemas.openxmlformats.org/officeDocument/2006/relationships/notesSlide" Target="/ppt/notesSlides/notesSlide7.xml" Id="R7175ed219dbb43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de74aa7a64a52" /><Relationship Type="http://schemas.openxmlformats.org/officeDocument/2006/relationships/notesSlide" Target="/ppt/notesSlides/notesSlide8.xml" Id="Ra9c2aff9b19d4a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D6726E93-CC67-4069-9D0E-87EF0A9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Meeting welcome and objectives">
            <a:extLst xmlns:a="http://schemas.openxmlformats.org/drawingml/2006/main">
              <a:ext uri="{FF2B5EF4-FFF2-40B4-BE49-F238E27FC236}">
                <a16:creationId xmlns:a16="http://schemas.microsoft.com/office/drawing/2014/main" id="{FFB1E9B0-C0E0-4361-A8CE-C7DFF12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welcome and objectives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BEF5AAC8-0F09-41F7-A3E3-7972933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CE4FC642-23CA-4E1A-9F7F-0247806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F23AB629-29CB-41C1-B9FA-717506D0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187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CDD1884B-F6E9-4EE9-A3B3-DB9323EB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Welcome and Meeting Objectives">
            <a:extLst xmlns:a="http://schemas.openxmlformats.org/drawingml/2006/main">
              <a:ext uri="{FF2B5EF4-FFF2-40B4-BE49-F238E27FC236}">
                <a16:creationId xmlns:a16="http://schemas.microsoft.com/office/drawing/2014/main" id="{EBB12E39-7F90-44C1-851A-CBEDC6F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Welcome and Meeting Objectives</a:t>
            </a:r>
          </a:p>
        </p:txBody>
      </p:sp>
      <p:sp>
        <p:nvSpPr>
          <p:cNvPr id="3" name="• Welcome the customer team and int">
            <a:extLst xmlns:a="http://schemas.openxmlformats.org/drawingml/2006/main">
              <a:ext uri="{FF2B5EF4-FFF2-40B4-BE49-F238E27FC236}">
                <a16:creationId xmlns:a16="http://schemas.microsoft.com/office/drawing/2014/main" id="{9E3F55FA-B2A3-421E-A530-77CA4D4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Welcome the customer team and introduce the meeting participants</a:t>
            </a:r>
          </a:p>
        </p:txBody>
      </p:sp>
      <p:sp>
        <p:nvSpPr>
          <p:cNvPr id="4" name="• Confirm what both teams want to a">
            <a:extLst xmlns:a="http://schemas.openxmlformats.org/drawingml/2006/main">
              <a:ext uri="{FF2B5EF4-FFF2-40B4-BE49-F238E27FC236}">
                <a16:creationId xmlns:a16="http://schemas.microsoft.com/office/drawing/2014/main" id="{DEFFB91D-96CF-426D-A7E7-4E54CE56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what both teams want to achieve today</a:t>
            </a:r>
          </a:p>
        </p:txBody>
      </p:sp>
      <p:sp>
        <p:nvSpPr>
          <p:cNvPr id="5" name="• Agree the decisions or clarificat">
            <a:extLst xmlns:a="http://schemas.openxmlformats.org/drawingml/2006/main">
              <a:ext uri="{FF2B5EF4-FFF2-40B4-BE49-F238E27FC236}">
                <a16:creationId xmlns:a16="http://schemas.microsoft.com/office/drawing/2014/main" id="{895CC2FC-2615-4AC6-86F8-EFEFAAC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the decisions or clarifications expected from this meeting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99FF144B-69CF-4134-96E5-BE83AD3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CF96A62A-E092-47A7-BBB7-F5121C26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3680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D97F7F4-10F8-4029-8829-3686D330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genda">
            <a:extLst xmlns:a="http://schemas.openxmlformats.org/drawingml/2006/main">
              <a:ext uri="{FF2B5EF4-FFF2-40B4-BE49-F238E27FC236}">
                <a16:creationId xmlns:a16="http://schemas.microsoft.com/office/drawing/2014/main" id="{4B2E79A8-0940-49B6-AE5F-CA4E051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Agenda</a:t>
            </a:r>
          </a:p>
        </p:txBody>
      </p:sp>
      <p:sp>
        <p:nvSpPr>
          <p:cNvPr id="3" name="• Customer priorities and the inten">
            <a:extLst xmlns:a="http://schemas.openxmlformats.org/drawingml/2006/main">
              <a:ext uri="{FF2B5EF4-FFF2-40B4-BE49-F238E27FC236}">
                <a16:creationId xmlns:a16="http://schemas.microsoft.com/office/drawing/2014/main" id="{4D35E55E-72E1-472D-8443-10370FD0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Customer priorities and the intended application</a:t>
            </a:r>
          </a:p>
        </p:txBody>
      </p:sp>
      <p:sp>
        <p:nvSpPr>
          <p:cNvPr id="4" name="• Solution scope, interfaces and de">
            <a:extLst xmlns:a="http://schemas.openxmlformats.org/drawingml/2006/main">
              <a:ext uri="{FF2B5EF4-FFF2-40B4-BE49-F238E27FC236}">
                <a16:creationId xmlns:a16="http://schemas.microsoft.com/office/drawing/2014/main" id="{1C41F17B-A9C5-4327-86C1-462773E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Solution scope, interfaces and delivery considerations</a:t>
            </a:r>
          </a:p>
        </p:txBody>
      </p:sp>
      <p:sp>
        <p:nvSpPr>
          <p:cNvPr id="5" name="• Open questions, owners and the ne">
            <a:extLst xmlns:a="http://schemas.openxmlformats.org/drawingml/2006/main">
              <a:ext uri="{FF2B5EF4-FFF2-40B4-BE49-F238E27FC236}">
                <a16:creationId xmlns:a16="http://schemas.microsoft.com/office/drawing/2014/main" id="{860E0633-303F-4567-8EEA-06C43A9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Open questions, owners and the next discussion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D4D7049-B59D-4810-AD91-B82A95BF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5EBD2FF0-82CD-4C13-B01F-D5B5CF8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2667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C028E9AB-BEA8-407E-BD20-A44DB89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ustomer Priorities">
            <a:extLst xmlns:a="http://schemas.openxmlformats.org/drawingml/2006/main">
              <a:ext uri="{FF2B5EF4-FFF2-40B4-BE49-F238E27FC236}">
                <a16:creationId xmlns:a16="http://schemas.microsoft.com/office/drawing/2014/main" id="{EEEA5ADC-2F53-42A0-A1EA-EC58910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Priorities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1492783E-704B-41AF-AC10-394E2F82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Confirm the customer priorities i">
            <a:extLst xmlns:a="http://schemas.openxmlformats.org/drawingml/2006/main">
              <a:ext uri="{FF2B5EF4-FFF2-40B4-BE49-F238E27FC236}">
                <a16:creationId xmlns:a16="http://schemas.microsoft.com/office/drawing/2014/main" id="{F744661D-AE9C-4418-B925-74FFC560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 in their own words</a:t>
            </a:r>
          </a:p>
        </p:txBody>
      </p:sp>
      <p:sp>
        <p:nvSpPr>
          <p:cNvPr id="5" name="• Distinguish confirmed needs from ">
            <a:extLst xmlns:a="http://schemas.openxmlformats.org/drawingml/2006/main">
              <a:ext uri="{FF2B5EF4-FFF2-40B4-BE49-F238E27FC236}">
                <a16:creationId xmlns:a16="http://schemas.microsoft.com/office/drawing/2014/main" id="{39DF5800-CB25-49EB-A42F-6ABB0A6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Distinguish confirmed needs from topics still to be explored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036B8235-1C59-410B-8AC3-356F404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Agree which priorities should gui">
            <a:extLst xmlns:a="http://schemas.openxmlformats.org/drawingml/2006/main">
              <a:ext uri="{FF2B5EF4-FFF2-40B4-BE49-F238E27FC236}">
                <a16:creationId xmlns:a16="http://schemas.microsoft.com/office/drawing/2014/main" id="{BC07071F-C808-4A12-971A-F236B18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which priorities should guide the discussion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6BFEDE11-FE88-455B-BDCD-1290104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6B526036-76FB-4A46-8343-F03C555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EB86EAE7-6DF0-4DB2-B987-ABA6021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6077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E957970-75C2-4381-AB0C-AC19D02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Expected Meeting Outcomes">
            <a:extLst xmlns:a="http://schemas.openxmlformats.org/drawingml/2006/main">
              <a:ext uri="{FF2B5EF4-FFF2-40B4-BE49-F238E27FC236}">
                <a16:creationId xmlns:a16="http://schemas.microsoft.com/office/drawing/2014/main" id="{E1C64777-AAF5-4E90-A6AA-4E5EEF9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Expected Meeting Outcomes</a:t>
            </a:r>
          </a:p>
        </p:txBody>
      </p:sp>
      <p:sp>
        <p:nvSpPr>
          <p:cNvPr id="3" name="• A shared understanding of the cur">
            <a:extLst xmlns:a="http://schemas.openxmlformats.org/drawingml/2006/main">
              <a:ext uri="{FF2B5EF4-FFF2-40B4-BE49-F238E27FC236}">
                <a16:creationId xmlns:a16="http://schemas.microsoft.com/office/drawing/2014/main" id="{D311AC95-77BD-4696-A5B2-D593E8E4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 shared understanding of the current requirements</a:t>
            </a:r>
          </a:p>
        </p:txBody>
      </p:sp>
      <p:sp>
        <p:nvSpPr>
          <p:cNvPr id="4" name="• A clear list of open questions an">
            <a:extLst xmlns:a="http://schemas.openxmlformats.org/drawingml/2006/main">
              <a:ext uri="{FF2B5EF4-FFF2-40B4-BE49-F238E27FC236}">
                <a16:creationId xmlns:a16="http://schemas.microsoft.com/office/drawing/2014/main" id="{D74F02A2-0D7D-4753-AF1A-2AAC68F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 clear list of open questions and information needs</a:t>
            </a:r>
          </a:p>
        </p:txBody>
      </p:sp>
      <p:sp>
        <p:nvSpPr>
          <p:cNvPr id="5" name="• Owners and a target date for the ">
            <a:extLst xmlns:a="http://schemas.openxmlformats.org/drawingml/2006/main">
              <a:ext uri="{FF2B5EF4-FFF2-40B4-BE49-F238E27FC236}">
                <a16:creationId xmlns:a16="http://schemas.microsoft.com/office/drawing/2014/main" id="{5FF1FC75-2DE9-48FA-A958-3C9B901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Owners and a target date for the next review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3279711F-3429-438F-851C-8DDE9C8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54947CB2-FCDA-47A3-9132-73066925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6686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B3BC71C2-F14B-409F-AD3E-1BD8283D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Boundaries">
            <a:extLst xmlns:a="http://schemas.openxmlformats.org/drawingml/2006/main">
              <a:ext uri="{FF2B5EF4-FFF2-40B4-BE49-F238E27FC236}">
                <a16:creationId xmlns:a16="http://schemas.microsoft.com/office/drawing/2014/main" id="{A894B396-284C-4AAB-907F-1DFCCE80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Boundaries</a:t>
            </a:r>
          </a:p>
        </p:txBody>
      </p:sp>
      <p:sp>
        <p:nvSpPr>
          <p:cNvPr id="3" name="• Keep the conversation focused on ">
            <a:extLst xmlns:a="http://schemas.openxmlformats.org/drawingml/2006/main">
              <a:ext uri="{FF2B5EF4-FFF2-40B4-BE49-F238E27FC236}">
                <a16:creationId xmlns:a16="http://schemas.microsoft.com/office/drawing/2014/main" id="{FD9CC2FC-8383-45F6-8E9B-2AC98236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the conversation focused on the agreed objectives</a:t>
            </a:r>
          </a:p>
        </p:txBody>
      </p:sp>
      <p:sp>
        <p:nvSpPr>
          <p:cNvPr id="4" name="• Separate exploratory options from">
            <a:extLst xmlns:a="http://schemas.openxmlformats.org/drawingml/2006/main">
              <a:ext uri="{FF2B5EF4-FFF2-40B4-BE49-F238E27FC236}">
                <a16:creationId xmlns:a16="http://schemas.microsoft.com/office/drawing/2014/main" id="{231F57AE-0FD4-4345-A3C3-3C8525D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Separate exploratory options from approved commitments</a:t>
            </a:r>
          </a:p>
        </p:txBody>
      </p:sp>
      <p:sp>
        <p:nvSpPr>
          <p:cNvPr id="5" name="• Record topics requiring specialis">
            <a:extLst xmlns:a="http://schemas.openxmlformats.org/drawingml/2006/main">
              <a:ext uri="{FF2B5EF4-FFF2-40B4-BE49-F238E27FC236}">
                <a16:creationId xmlns:a16="http://schemas.microsoft.com/office/drawing/2014/main" id="{235D0550-25A8-4B41-A621-AE9EAA0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topics requiring specialist follow up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9B744A7-F623-4740-AE43-563C4C0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899C927C-9760-4EA6-9687-2DD0F4EE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10616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CD773C58-5B0D-41D7-9AFB-8F61FF3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Questions for Discussion">
            <a:extLst xmlns:a="http://schemas.openxmlformats.org/drawingml/2006/main">
              <a:ext uri="{FF2B5EF4-FFF2-40B4-BE49-F238E27FC236}">
                <a16:creationId xmlns:a16="http://schemas.microsoft.com/office/drawing/2014/main" id="{4EF3CB7B-FCDE-4F7C-B719-B8D1965E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3" name="• Which outcome would make this mee">
            <a:extLst xmlns:a="http://schemas.openxmlformats.org/drawingml/2006/main">
              <a:ext uri="{FF2B5EF4-FFF2-40B4-BE49-F238E27FC236}">
                <a16:creationId xmlns:a16="http://schemas.microsoft.com/office/drawing/2014/main" id="{E9E6A69B-0FEB-4CBD-9ED2-CDAF30EC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outcome would make this meeting useful?</a:t>
            </a:r>
          </a:p>
        </p:txBody>
      </p:sp>
      <p:sp>
        <p:nvSpPr>
          <p:cNvPr id="4" name="• Which concern should we address f">
            <a:extLst xmlns:a="http://schemas.openxmlformats.org/drawingml/2006/main">
              <a:ext uri="{FF2B5EF4-FFF2-40B4-BE49-F238E27FC236}">
                <a16:creationId xmlns:a16="http://schemas.microsoft.com/office/drawing/2014/main" id="{7B0EC1E7-234F-4CF4-A177-495564D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concern should we address first?</a:t>
            </a:r>
          </a:p>
        </p:txBody>
      </p:sp>
      <p:sp>
        <p:nvSpPr>
          <p:cNvPr id="5" name="• What should both teams do immedia">
            <a:extLst xmlns:a="http://schemas.openxmlformats.org/drawingml/2006/main">
              <a:ext uri="{FF2B5EF4-FFF2-40B4-BE49-F238E27FC236}">
                <a16:creationId xmlns:a16="http://schemas.microsoft.com/office/drawing/2014/main" id="{37D8294F-0424-4E0C-BCAD-308DF6D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should both teams do immediately after this meeting?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38F9D607-ACED-406B-949A-0F7C58C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0DDF441C-027E-4CF8-821C-2663AA6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6583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3D7F43CE-43AD-4F84-8A21-E586FBA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87AE5107-D804-4701-9CD8-3469EFA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6AFA3083-7DA5-443F-B111-07AD59E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A0ACAA97-9205-4402-B2BF-7214D28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5D8A60E8-8B14-458F-A58D-AC957A5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BB294084-1CBD-4715-855E-14F612F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0A3B3675-5A35-46B5-8812-BD94E97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6240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2026-10-26T06:15:03.8800000Z</dcterms:created>
  <dcterms:modified xsi:type="dcterms:W3CDTF">2026-10-26T06:15:03.8800000Z</dcterms:modified>
</coreProperties>
</file>