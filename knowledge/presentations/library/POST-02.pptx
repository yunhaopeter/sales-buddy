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ce364a8714fe3" /><Relationship Type="http://schemas.openxmlformats.org/officeDocument/2006/relationships/extended-properties" Target="/docProps/app.xml" Id="R855dc477ec574881" /><Relationship Type="http://schemas.openxmlformats.org/officeDocument/2006/relationships/officeDocument" Target="/ppt/presentation.xml" Id="R7ae3e788d1fc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db59dc35b4edc"/>
  </p:sldMasterIdLst>
  <p:notesMasterIdLst>
    <p:notesMasterId xmlns:r="http://schemas.openxmlformats.org/officeDocument/2006/relationships" r:id="R7b4745dcec7b496c"/>
  </p:notesMasterIdLst>
  <p:sldIdLst>
    <p:sldId xmlns:r="http://schemas.openxmlformats.org/officeDocument/2006/relationships" id="256" r:id="Rb4dc207415b343dd"/>
    <p:sldId xmlns:r="http://schemas.openxmlformats.org/officeDocument/2006/relationships" id="257" r:id="Rd228457e2cff4b79"/>
    <p:sldId xmlns:r="http://schemas.openxmlformats.org/officeDocument/2006/relationships" id="258" r:id="R329ac765e635407c"/>
    <p:sldId xmlns:r="http://schemas.openxmlformats.org/officeDocument/2006/relationships" id="259" r:id="Raddf189a220e42fc"/>
    <p:sldId xmlns:r="http://schemas.openxmlformats.org/officeDocument/2006/relationships" id="260" r:id="R35e4770bb3954e7e"/>
    <p:sldId xmlns:r="http://schemas.openxmlformats.org/officeDocument/2006/relationships" id="261" r:id="Rcd6d3599ad734181"/>
    <p:sldId xmlns:r="http://schemas.openxmlformats.org/officeDocument/2006/relationships" id="262" r:id="R249048a323084110"/>
    <p:sldId xmlns:r="http://schemas.openxmlformats.org/officeDocument/2006/relationships" id="263" r:id="R1442f787f0bd4c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662d477cf4fb1" /><Relationship Type="http://schemas.openxmlformats.org/officeDocument/2006/relationships/slideMaster" Target="/ppt/slideMasters/slideMaster1.xml" Id="R8c3db59dc35b4edc" /><Relationship Type="http://schemas.openxmlformats.org/officeDocument/2006/relationships/notesMaster" Target="/ppt/notesMasters/notesMaster1.xml" Id="R7b4745dcec7b496c" /><Relationship Type="http://schemas.openxmlformats.org/officeDocument/2006/relationships/presProps" Target="/ppt/presProps.xml" Id="R60dac7b695a64765" /><Relationship Type="http://schemas.openxmlformats.org/officeDocument/2006/relationships/tableStyles" Target="/ppt/tableStyles.xml" Id="Rdbfbd27e7b5c4adf" /><Relationship Type="http://schemas.openxmlformats.org/officeDocument/2006/relationships/slide" Target="/ppt/slides/slide1.xml" Id="Rb4dc207415b343dd" /><Relationship Type="http://schemas.openxmlformats.org/officeDocument/2006/relationships/slide" Target="/ppt/slides/slide2.xml" Id="Rd228457e2cff4b79" /><Relationship Type="http://schemas.openxmlformats.org/officeDocument/2006/relationships/slide" Target="/ppt/slides/slide3.xml" Id="R329ac765e635407c" /><Relationship Type="http://schemas.openxmlformats.org/officeDocument/2006/relationships/slide" Target="/ppt/slides/slide4.xml" Id="Raddf189a220e42fc" /><Relationship Type="http://schemas.openxmlformats.org/officeDocument/2006/relationships/slide" Target="/ppt/slides/slide5.xml" Id="R35e4770bb3954e7e" /><Relationship Type="http://schemas.openxmlformats.org/officeDocument/2006/relationships/slide" Target="/ppt/slides/slide6.xml" Id="Rcd6d3599ad734181" /><Relationship Type="http://schemas.openxmlformats.org/officeDocument/2006/relationships/slide" Target="/ppt/slides/slide7.xml" Id="R249048a323084110" /><Relationship Type="http://schemas.openxmlformats.org/officeDocument/2006/relationships/slide" Target="/ppt/slides/slide8.xml" Id="R1442f787f0bd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c05721a8f42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bbdaad1d3473c" /><Relationship Type="http://schemas.openxmlformats.org/officeDocument/2006/relationships/notesMaster" Target="/ppt/notesMasters/notesMaster1.xml" Id="R57d7ab3ba11f44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fb39031b84895" /><Relationship Type="http://schemas.openxmlformats.org/officeDocument/2006/relationships/notesMaster" Target="/ppt/notesMasters/notesMaster1.xml" Id="R57a8314a6ece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729c1ff5f4776" /><Relationship Type="http://schemas.openxmlformats.org/officeDocument/2006/relationships/notesMaster" Target="/ppt/notesMasters/notesMaster1.xml" Id="R31c433edd7e04c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36ff06df442ed" /><Relationship Type="http://schemas.openxmlformats.org/officeDocument/2006/relationships/notesMaster" Target="/ppt/notesMasters/notesMaster1.xml" Id="Rb34cbbae088c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e6bccaa794e5a" /><Relationship Type="http://schemas.openxmlformats.org/officeDocument/2006/relationships/notesMaster" Target="/ppt/notesMasters/notesMaster1.xml" Id="R7743c80e54d2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66c45a7a8c4eed" /><Relationship Type="http://schemas.openxmlformats.org/officeDocument/2006/relationships/notesMaster" Target="/ppt/notesMasters/notesMaster1.xml" Id="R1a76fd01786642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7aea1966c5493f" /><Relationship Type="http://schemas.openxmlformats.org/officeDocument/2006/relationships/notesMaster" Target="/ppt/notesMasters/notesMaster1.xml" Id="R86153f08a502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2d3f5b3d3e4444" /><Relationship Type="http://schemas.openxmlformats.org/officeDocument/2006/relationships/notesMaster" Target="/ppt/notesMasters/notesMaster1.xml" Id="Rd539e44d5cd548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79b677e674b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c766927e643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56fb48bc442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b4fa491a24f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e86297b4f43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87eb766b7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120CF4-5BA5-4B7D-A39D-900F642BD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2E0F96-B46E-463B-93E8-8D61168C88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C49C29-97BA-4F6B-B4B7-4C3AADD4F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D0896D-1C2D-493E-B216-DAB2E05D3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349187-A0AC-4BB0-8CB0-E4EFCC18C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06D496-2644-4EF4-A349-CA8DFCAA6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4BA9BA-C4A5-466E-8F14-3239D19C55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BC28E6-AA2A-40D9-A0A4-8261AD0CF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DEFDF-651C-4E97-A0CE-D1FFA4E9C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A7CC11-4C60-4B50-9014-FC8FDBF41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4b8b99b8a4265" /><Relationship Type="http://schemas.openxmlformats.org/officeDocument/2006/relationships/slideLayout" Target="/ppt/slideLayouts/slideLayout1.xml" Id="Ra2aa1f1a26cb4c62" /><Relationship Type="http://schemas.openxmlformats.org/officeDocument/2006/relationships/slideLayout" Target="/ppt/slideLayouts/slideLayout2.xml" Id="R44c1735b12b24392" /><Relationship Type="http://schemas.openxmlformats.org/officeDocument/2006/relationships/slideLayout" Target="/ppt/slideLayouts/slideLayout3.xml" Id="Ref08cc8fb9c2419c" /><Relationship Type="http://schemas.openxmlformats.org/officeDocument/2006/relationships/slideLayout" Target="/ppt/slideLayouts/slideLayout4.xml" Id="R2259d863329b4e43" /><Relationship Type="http://schemas.openxmlformats.org/officeDocument/2006/relationships/slideLayout" Target="/ppt/slideLayouts/slideLayout5.xml" Id="Rfcd42dc6db144c2e" /><Relationship Type="http://schemas.openxmlformats.org/officeDocument/2006/relationships/slideLayout" Target="/ppt/slideLayouts/slideLayout6.xml" Id="Rc61697f29e2c48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a1f1a26cb4c62"/>
    <p:sldLayoutId xmlns:r="http://schemas.openxmlformats.org/officeDocument/2006/relationships" id="2147483650" r:id="R44c1735b12b24392"/>
    <p:sldLayoutId xmlns:r="http://schemas.openxmlformats.org/officeDocument/2006/relationships" id="2147483651" r:id="Ref08cc8fb9c2419c"/>
    <p:sldLayoutId xmlns:r="http://schemas.openxmlformats.org/officeDocument/2006/relationships" id="2147483652" r:id="R2259d863329b4e43"/>
    <p:sldLayoutId xmlns:r="http://schemas.openxmlformats.org/officeDocument/2006/relationships" id="2147483653" r:id="Rfcd42dc6db144c2e"/>
    <p:sldLayoutId xmlns:r="http://schemas.openxmlformats.org/officeDocument/2006/relationships" id="2147483654" r:id="Rc61697f29e2c48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bf2731f5d4bf6" /><Relationship Type="http://schemas.openxmlformats.org/officeDocument/2006/relationships/notesSlide" Target="/ppt/notesSlides/notesSlide1.xml" Id="R1a65497d6c26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dd6daa2964e45" /><Relationship Type="http://schemas.openxmlformats.org/officeDocument/2006/relationships/notesSlide" Target="/ppt/notesSlides/notesSlide2.xml" Id="Rf1862fc8e523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f148003bf466e" /><Relationship Type="http://schemas.openxmlformats.org/officeDocument/2006/relationships/notesSlide" Target="/ppt/notesSlides/notesSlide3.xml" Id="R77a623e9d304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9cc4c78854c9c" /><Relationship Type="http://schemas.openxmlformats.org/officeDocument/2006/relationships/notesSlide" Target="/ppt/notesSlides/notesSlide4.xml" Id="Rb17c49bae008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1e8f615584e3f" /><Relationship Type="http://schemas.openxmlformats.org/officeDocument/2006/relationships/notesSlide" Target="/ppt/notesSlides/notesSlide5.xml" Id="R21c4e87ade624a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c6c6fc54a4fb0" /><Relationship Type="http://schemas.openxmlformats.org/officeDocument/2006/relationships/notesSlide" Target="/ppt/notesSlides/notesSlide6.xml" Id="R5896171e1b75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ed72d392b4504" /><Relationship Type="http://schemas.openxmlformats.org/officeDocument/2006/relationships/notesSlide" Target="/ppt/notesSlides/notesSlide7.xml" Id="Rec40be2db31b4b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8dc137f12429b" /><Relationship Type="http://schemas.openxmlformats.org/officeDocument/2006/relationships/notesSlide" Target="/ppt/notesSlides/notesSlide8.xml" Id="R0f1b1464ab13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A681A9A5-6016-4EFA-B9CF-EDE584B3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Operations and service support">
            <a:extLst xmlns:a="http://schemas.openxmlformats.org/drawingml/2006/main">
              <a:ext uri="{FF2B5EF4-FFF2-40B4-BE49-F238E27FC236}">
                <a16:creationId xmlns:a16="http://schemas.microsoft.com/office/drawing/2014/main" id="{AF83D33F-BBF3-4B28-B0E1-5F034C2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Operations and service support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F576C326-904C-4D3E-945D-6F883288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054F9577-D2D4-4233-ADFF-5179E9DD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E903EDFC-EEDF-4829-9A5F-78631BD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1541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EC949B4-6896-44C7-B36A-636F159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Operations handover">
            <a:extLst xmlns:a="http://schemas.openxmlformats.org/drawingml/2006/main">
              <a:ext uri="{FF2B5EF4-FFF2-40B4-BE49-F238E27FC236}">
                <a16:creationId xmlns:a16="http://schemas.microsoft.com/office/drawing/2014/main" id="{4593BDD6-E201-470B-B004-BC80EAD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Operations handover</a:t>
            </a:r>
          </a:p>
        </p:txBody>
      </p:sp>
      <p:sp>
        <p:nvSpPr>
          <p:cNvPr id="3" name="• Confirm manuals and training resp">
            <a:extLst xmlns:a="http://schemas.openxmlformats.org/drawingml/2006/main">
              <a:ext uri="{FF2B5EF4-FFF2-40B4-BE49-F238E27FC236}">
                <a16:creationId xmlns:a16="http://schemas.microsoft.com/office/drawing/2014/main" id="{2B43658F-C487-4DE5-A306-BE4A884C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manuals and training responsibilities</a:t>
            </a:r>
          </a:p>
        </p:txBody>
      </p:sp>
      <p:sp>
        <p:nvSpPr>
          <p:cNvPr id="4" name="• Identify operating limits from ap">
            <a:extLst xmlns:a="http://schemas.openxmlformats.org/drawingml/2006/main">
              <a:ext uri="{FF2B5EF4-FFF2-40B4-BE49-F238E27FC236}">
                <a16:creationId xmlns:a16="http://schemas.microsoft.com/office/drawing/2014/main" id="{989E35D5-F59B-4122-923F-EFE047CA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operating limits from approved documentation</a:t>
            </a:r>
          </a:p>
        </p:txBody>
      </p:sp>
      <p:sp>
        <p:nvSpPr>
          <p:cNvPr id="5" name="• Agree how open handover items are">
            <a:extLst xmlns:a="http://schemas.openxmlformats.org/drawingml/2006/main">
              <a:ext uri="{FF2B5EF4-FFF2-40B4-BE49-F238E27FC236}">
                <a16:creationId xmlns:a16="http://schemas.microsoft.com/office/drawing/2014/main" id="{789BCC56-AF40-4689-81C7-A5889A8A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how open handover items are tracked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1869ED58-9AF8-4322-A8BF-FC61538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3769488B-2B34-4C1F-A107-09499F4E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93430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6599318-BA59-4C54-8FD6-33E509C8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Monitoring and alarms">
            <a:extLst xmlns:a="http://schemas.openxmlformats.org/drawingml/2006/main">
              <a:ext uri="{FF2B5EF4-FFF2-40B4-BE49-F238E27FC236}">
                <a16:creationId xmlns:a16="http://schemas.microsoft.com/office/drawing/2014/main" id="{B38999E7-EF68-4652-8679-9E3C9CFE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Monitoring and alarms</a:t>
            </a:r>
          </a:p>
        </p:txBody>
      </p:sp>
      <p:sp>
        <p:nvSpPr>
          <p:cNvPr id="3" name="• Define monitoring and communicati">
            <a:extLst xmlns:a="http://schemas.openxmlformats.org/drawingml/2006/main">
              <a:ext uri="{FF2B5EF4-FFF2-40B4-BE49-F238E27FC236}">
                <a16:creationId xmlns:a16="http://schemas.microsoft.com/office/drawing/2014/main" id="{87BB91D5-D164-4619-BF30-C826CE4B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monitoring and communication contacts</a:t>
            </a:r>
          </a:p>
        </p:txBody>
      </p:sp>
      <p:sp>
        <p:nvSpPr>
          <p:cNvPr id="4" name="• Classify alarms using the applica">
            <a:extLst xmlns:a="http://schemas.openxmlformats.org/drawingml/2006/main">
              <a:ext uri="{FF2B5EF4-FFF2-40B4-BE49-F238E27FC236}">
                <a16:creationId xmlns:a16="http://schemas.microsoft.com/office/drawing/2014/main" id="{CFB02638-93B5-41C4-AD6E-03745E6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Classify alarms using the applicable procedures</a:t>
            </a:r>
          </a:p>
        </p:txBody>
      </p:sp>
      <p:sp>
        <p:nvSpPr>
          <p:cNvPr id="5" name="• Record observations without inven">
            <a:extLst xmlns:a="http://schemas.openxmlformats.org/drawingml/2006/main">
              <a:ext uri="{FF2B5EF4-FFF2-40B4-BE49-F238E27FC236}">
                <a16:creationId xmlns:a16="http://schemas.microsoft.com/office/drawing/2014/main" id="{142791A2-B16A-4990-9F2A-7C580B5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observations without inventing a diagnosis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766DB1FA-0A12-4BC0-A96A-8B41153F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12D8ED07-9A8A-44FC-A09E-E8023A7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1872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341EF6D4-45C4-431F-90C4-3FD31C5A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Maintenance planning">
            <a:extLst xmlns:a="http://schemas.openxmlformats.org/drawingml/2006/main">
              <a:ext uri="{FF2B5EF4-FFF2-40B4-BE49-F238E27FC236}">
                <a16:creationId xmlns:a16="http://schemas.microsoft.com/office/drawing/2014/main" id="{63E922B7-AC56-4FDC-8FF1-09D63B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Maintenance planning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49774333-E7A3-4D3E-B7E9-BD8D9A0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Use product specific maintenance ">
            <a:extLst xmlns:a="http://schemas.openxmlformats.org/drawingml/2006/main">
              <a:ext uri="{FF2B5EF4-FFF2-40B4-BE49-F238E27FC236}">
                <a16:creationId xmlns:a16="http://schemas.microsoft.com/office/drawing/2014/main" id="{6AE453E4-D0C2-4865-A763-1D1D55FE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product specific maintenance instructions</a:t>
            </a:r>
          </a:p>
        </p:txBody>
      </p:sp>
      <p:sp>
        <p:nvSpPr>
          <p:cNvPr id="5" name="• Coordinate site access and isolat">
            <a:extLst xmlns:a="http://schemas.openxmlformats.org/drawingml/2006/main">
              <a:ext uri="{FF2B5EF4-FFF2-40B4-BE49-F238E27FC236}">
                <a16:creationId xmlns:a16="http://schemas.microsoft.com/office/drawing/2014/main" id="{3030B0F7-8986-430B-B04E-C384442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Coordinate site access and isolation requirements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62FA086F-8B05-44F9-B20F-F9E8039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Retain maintenance records">
            <a:extLst xmlns:a="http://schemas.openxmlformats.org/drawingml/2006/main">
              <a:ext uri="{FF2B5EF4-FFF2-40B4-BE49-F238E27FC236}">
                <a16:creationId xmlns:a16="http://schemas.microsoft.com/office/drawing/2014/main" id="{031D2402-D22D-45E8-A45D-8E858538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Retain maintenance records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9C1C4B3D-CE3C-48CC-A8E6-D6621D2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532FADC1-2787-4A54-8E36-830192A9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3C1615B0-F8CE-49F3-BC92-E6809C5D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9200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3CD33AD6-BB59-498D-8AED-D849DAF7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Incident communication">
            <a:extLst xmlns:a="http://schemas.openxmlformats.org/drawingml/2006/main">
              <a:ext uri="{FF2B5EF4-FFF2-40B4-BE49-F238E27FC236}">
                <a16:creationId xmlns:a16="http://schemas.microsoft.com/office/drawing/2014/main" id="{6CF4164F-7B9D-4A3C-B4E3-F51AC08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Incident communication</a:t>
            </a:r>
          </a:p>
        </p:txBody>
      </p:sp>
      <p:sp>
        <p:nvSpPr>
          <p:cNvPr id="3" name="• Follow the site emergency and saf">
            <a:extLst xmlns:a="http://schemas.openxmlformats.org/drawingml/2006/main">
              <a:ext uri="{FF2B5EF4-FFF2-40B4-BE49-F238E27FC236}">
                <a16:creationId xmlns:a16="http://schemas.microsoft.com/office/drawing/2014/main" id="{3511C1C7-2820-4971-AC95-479B0B6C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Follow the site emergency and safety plan</a:t>
            </a:r>
          </a:p>
        </p:txBody>
      </p:sp>
      <p:sp>
        <p:nvSpPr>
          <p:cNvPr id="4" name="• Escalate to qualified personnel">
            <a:extLst xmlns:a="http://schemas.openxmlformats.org/drawingml/2006/main">
              <a:ext uri="{FF2B5EF4-FFF2-40B4-BE49-F238E27FC236}">
                <a16:creationId xmlns:a16="http://schemas.microsoft.com/office/drawing/2014/main" id="{BA2D9F9A-5A09-46EF-AE0D-6A13902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Escalate to qualified personnel</a:t>
            </a:r>
          </a:p>
        </p:txBody>
      </p:sp>
      <p:sp>
        <p:nvSpPr>
          <p:cNvPr id="5" name="• Keep customer updates factual and">
            <a:extLst xmlns:a="http://schemas.openxmlformats.org/drawingml/2006/main">
              <a:ext uri="{FF2B5EF4-FFF2-40B4-BE49-F238E27FC236}">
                <a16:creationId xmlns:a16="http://schemas.microsoft.com/office/drawing/2014/main" id="{EFB52392-93EA-4D27-A5A5-D7DE1E5D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customer updates factual and time stamped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E3F048A-D12F-4DDF-890F-F6C884A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967B5856-7370-460F-951F-762E9234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64078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6B290494-6879-4EB5-AE41-A81A4E18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ervice boundaries">
            <a:extLst xmlns:a="http://schemas.openxmlformats.org/drawingml/2006/main">
              <a:ext uri="{FF2B5EF4-FFF2-40B4-BE49-F238E27FC236}">
                <a16:creationId xmlns:a16="http://schemas.microsoft.com/office/drawing/2014/main" id="{D236B2EE-C9B2-4CB4-BEFA-3E3D06F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Service boundaries</a:t>
            </a:r>
          </a:p>
        </p:txBody>
      </p:sp>
      <p:sp>
        <p:nvSpPr>
          <p:cNvPr id="3" name="• Confirm the applicable contract a">
            <a:extLst xmlns:a="http://schemas.openxmlformats.org/drawingml/2006/main">
              <a:ext uri="{FF2B5EF4-FFF2-40B4-BE49-F238E27FC236}">
                <a16:creationId xmlns:a16="http://schemas.microsoft.com/office/drawing/2014/main" id="{B764E9D0-F51C-49AC-A4F2-12558D7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applicable contract and warranty terms</a:t>
            </a:r>
          </a:p>
        </p:txBody>
      </p:sp>
      <p:sp>
        <p:nvSpPr>
          <p:cNvPr id="4" name="• Document customer and supplier re">
            <a:extLst xmlns:a="http://schemas.openxmlformats.org/drawingml/2006/main">
              <a:ext uri="{FF2B5EF4-FFF2-40B4-BE49-F238E27FC236}">
                <a16:creationId xmlns:a16="http://schemas.microsoft.com/office/drawing/2014/main" id="{B915E6A0-29C2-448F-AF7C-C71DCD1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Document customer and supplier responsibilities</a:t>
            </a:r>
          </a:p>
        </p:txBody>
      </p:sp>
      <p:sp>
        <p:nvSpPr>
          <p:cNvPr id="5" name="• Avoid unapproved response time pr">
            <a:extLst xmlns:a="http://schemas.openxmlformats.org/drawingml/2006/main">
              <a:ext uri="{FF2B5EF4-FFF2-40B4-BE49-F238E27FC236}">
                <a16:creationId xmlns:a16="http://schemas.microsoft.com/office/drawing/2014/main" id="{27BB68FB-AF9E-46AB-8CF1-30CAC44B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Avoid unapproved response time promises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F2BBC8A-866D-4F63-AA2A-C361F67E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1B6F0D32-5F5E-457B-81D7-462FCC04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9774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FCBB218-114D-4B3B-B8D3-25258CA5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ervice review agenda">
            <a:extLst xmlns:a="http://schemas.openxmlformats.org/drawingml/2006/main">
              <a:ext uri="{FF2B5EF4-FFF2-40B4-BE49-F238E27FC236}">
                <a16:creationId xmlns:a16="http://schemas.microsoft.com/office/drawing/2014/main" id="{D01CC31D-AC4D-4913-A502-6AD04492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Service review agenda</a:t>
            </a:r>
          </a:p>
        </p:txBody>
      </p:sp>
      <p:sp>
        <p:nvSpPr>
          <p:cNvPr id="3" name="• Review actual operating issues">
            <a:extLst xmlns:a="http://schemas.openxmlformats.org/drawingml/2006/main">
              <a:ext uri="{FF2B5EF4-FFF2-40B4-BE49-F238E27FC236}">
                <a16:creationId xmlns:a16="http://schemas.microsoft.com/office/drawing/2014/main" id="{7EAFD58E-5E58-4A8E-8B16-F89034E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Review actual operating issues</a:t>
            </a:r>
          </a:p>
        </p:txBody>
      </p:sp>
      <p:sp>
        <p:nvSpPr>
          <p:cNvPr id="4" name="• Agree evidence for problem closur">
            <a:extLst xmlns:a="http://schemas.openxmlformats.org/drawingml/2006/main">
              <a:ext uri="{FF2B5EF4-FFF2-40B4-BE49-F238E27FC236}">
                <a16:creationId xmlns:a16="http://schemas.microsoft.com/office/drawing/2014/main" id="{D1FEE12E-65FC-4FE3-BF9A-EFA8808D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evidence for problem closure</a:t>
            </a:r>
          </a:p>
        </p:txBody>
      </p:sp>
      <p:sp>
        <p:nvSpPr>
          <p:cNvPr id="5" name="• Identify follow up training needs">
            <a:extLst xmlns:a="http://schemas.openxmlformats.org/drawingml/2006/main">
              <a:ext uri="{FF2B5EF4-FFF2-40B4-BE49-F238E27FC236}">
                <a16:creationId xmlns:a16="http://schemas.microsoft.com/office/drawing/2014/main" id="{A7D3A35B-8493-4C10-ABE8-8E17976E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follow up training needs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E64E976-3BFE-4071-9454-10331A3E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5C68EB31-A975-495C-86D3-F619422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6836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1D0CAE8A-D6F2-43BC-B445-C78C3D68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72062DDA-05EB-4209-9A90-9EEB852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4D2BAA80-347F-45D3-8A5D-74C810FA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3A463E40-6313-4262-BCEC-9B129127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64D19F1D-E93D-487E-89E8-F67DE727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5FED678-85C7-4DD1-8EE8-23146CC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BEC1A870-280C-4CD2-A28D-A339410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52343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2026-10-25T17:21:25.9660000Z</dcterms:created>
  <dcterms:modified xsi:type="dcterms:W3CDTF">2026-10-25T17:21:25.9660000Z</dcterms:modified>
</coreProperties>
</file>