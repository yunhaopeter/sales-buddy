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308bf85cf4160" /><Relationship Type="http://schemas.openxmlformats.org/officeDocument/2006/relationships/extended-properties" Target="/docProps/app.xml" Id="R2bbf99b7edc841b1" /><Relationship Type="http://schemas.openxmlformats.org/officeDocument/2006/relationships/officeDocument" Target="/ppt/presentation.xml" Id="R335759cb27ec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19fd88ea7a4321"/>
  </p:sldMasterIdLst>
  <p:notesMasterIdLst>
    <p:notesMasterId xmlns:r="http://schemas.openxmlformats.org/officeDocument/2006/relationships" r:id="R33dcdff6f956444c"/>
  </p:notesMasterIdLst>
  <p:sldIdLst>
    <p:sldId xmlns:r="http://schemas.openxmlformats.org/officeDocument/2006/relationships" id="256" r:id="R76e5fedd56974991"/>
    <p:sldId xmlns:r="http://schemas.openxmlformats.org/officeDocument/2006/relationships" id="257" r:id="R16661c87f4554596"/>
    <p:sldId xmlns:r="http://schemas.openxmlformats.org/officeDocument/2006/relationships" id="258" r:id="R90a9c74e180043db"/>
    <p:sldId xmlns:r="http://schemas.openxmlformats.org/officeDocument/2006/relationships" id="259" r:id="Rcb499adb19e04d59"/>
    <p:sldId xmlns:r="http://schemas.openxmlformats.org/officeDocument/2006/relationships" id="260" r:id="Rf5ff3657ef8e4430"/>
    <p:sldId xmlns:r="http://schemas.openxmlformats.org/officeDocument/2006/relationships" id="261" r:id="Reb2a42571c8046a3"/>
    <p:sldId xmlns:r="http://schemas.openxmlformats.org/officeDocument/2006/relationships" id="262" r:id="Rbfdc6b678b0b4bc5"/>
    <p:sldId xmlns:r="http://schemas.openxmlformats.org/officeDocument/2006/relationships" id="263" r:id="R8f168d51ca3845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2825d661a04139" /><Relationship Type="http://schemas.openxmlformats.org/officeDocument/2006/relationships/slideMaster" Target="/ppt/slideMasters/slideMaster1.xml" Id="Rdc19fd88ea7a4321" /><Relationship Type="http://schemas.openxmlformats.org/officeDocument/2006/relationships/notesMaster" Target="/ppt/notesMasters/notesMaster1.xml" Id="R33dcdff6f956444c" /><Relationship Type="http://schemas.openxmlformats.org/officeDocument/2006/relationships/presProps" Target="/ppt/presProps.xml" Id="R3ce0c442e96a4e53" /><Relationship Type="http://schemas.openxmlformats.org/officeDocument/2006/relationships/tableStyles" Target="/ppt/tableStyles.xml" Id="Re6f479a103b748a2" /><Relationship Type="http://schemas.openxmlformats.org/officeDocument/2006/relationships/slide" Target="/ppt/slides/slide1.xml" Id="R76e5fedd56974991" /><Relationship Type="http://schemas.openxmlformats.org/officeDocument/2006/relationships/slide" Target="/ppt/slides/slide2.xml" Id="R16661c87f4554596" /><Relationship Type="http://schemas.openxmlformats.org/officeDocument/2006/relationships/slide" Target="/ppt/slides/slide3.xml" Id="R90a9c74e180043db" /><Relationship Type="http://schemas.openxmlformats.org/officeDocument/2006/relationships/slide" Target="/ppt/slides/slide4.xml" Id="Rcb499adb19e04d59" /><Relationship Type="http://schemas.openxmlformats.org/officeDocument/2006/relationships/slide" Target="/ppt/slides/slide5.xml" Id="Rf5ff3657ef8e4430" /><Relationship Type="http://schemas.openxmlformats.org/officeDocument/2006/relationships/slide" Target="/ppt/slides/slide6.xml" Id="Reb2a42571c8046a3" /><Relationship Type="http://schemas.openxmlformats.org/officeDocument/2006/relationships/slide" Target="/ppt/slides/slide7.xml" Id="Rbfdc6b678b0b4bc5" /><Relationship Type="http://schemas.openxmlformats.org/officeDocument/2006/relationships/slide" Target="/ppt/slides/slide8.xml" Id="R8f168d51ca3845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0e7fc8af48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ca7b333424924" /><Relationship Type="http://schemas.openxmlformats.org/officeDocument/2006/relationships/notesMaster" Target="/ppt/notesMasters/notesMaster1.xml" Id="R794e1114848540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02ca01f9a4fe3" /><Relationship Type="http://schemas.openxmlformats.org/officeDocument/2006/relationships/notesMaster" Target="/ppt/notesMasters/notesMaster1.xml" Id="Rbc3acc9d5ca84a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7cd9d07f13496c" /><Relationship Type="http://schemas.openxmlformats.org/officeDocument/2006/relationships/notesMaster" Target="/ppt/notesMasters/notesMaster1.xml" Id="R2046e1dbbcfa44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df5d3f2c24967" /><Relationship Type="http://schemas.openxmlformats.org/officeDocument/2006/relationships/notesMaster" Target="/ppt/notesMasters/notesMaster1.xml" Id="Reba0b0472bec45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e72f303f1c43fe" /><Relationship Type="http://schemas.openxmlformats.org/officeDocument/2006/relationships/notesMaster" Target="/ppt/notesMasters/notesMaster1.xml" Id="R059185de8d254a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2b97fc4465475a" /><Relationship Type="http://schemas.openxmlformats.org/officeDocument/2006/relationships/notesMaster" Target="/ppt/notesMasters/notesMaster1.xml" Id="Rfa5b8f5d9b3448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b96a7425434dd1" /><Relationship Type="http://schemas.openxmlformats.org/officeDocument/2006/relationships/notesMaster" Target="/ppt/notesMasters/notesMaster1.xml" Id="R4be6e298762a44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27a32cee5340cf" /><Relationship Type="http://schemas.openxmlformats.org/officeDocument/2006/relationships/notesMaster" Target="/ppt/notesMasters/notesMaster1.xml" Id="R7b2343a9cf894d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434b0dad043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80d8ba4974d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73a0b821940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cdca472bd41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786a632a849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58e91677344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CC80D0-C11E-42B1-BA09-6EC2586EC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DDB6C0-FD79-417E-BD9A-31FB98FA7D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A5ED37-DC88-454D-B314-EEEF847AE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9F000-D3E9-4065-B5EB-61E5FA9CFA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7A6B0D1-D0CF-48B1-960B-A697A4CAFD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AA9F97-7E9B-4C93-A626-4D3FEC02B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3C64C7-EDF7-486A-85BD-E2DC559BFE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1F3640-8819-4745-AD9C-A2CACDC875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3BA53B-75F0-4F58-B9B1-AAF5FBCE5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659171-3169-4B83-8C62-B1EFE536B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65467dea0442b" /><Relationship Type="http://schemas.openxmlformats.org/officeDocument/2006/relationships/slideLayout" Target="/ppt/slideLayouts/slideLayout1.xml" Id="R13f16dbddbaa493e" /><Relationship Type="http://schemas.openxmlformats.org/officeDocument/2006/relationships/slideLayout" Target="/ppt/slideLayouts/slideLayout2.xml" Id="Rae30cef3df2242b3" /><Relationship Type="http://schemas.openxmlformats.org/officeDocument/2006/relationships/slideLayout" Target="/ppt/slideLayouts/slideLayout3.xml" Id="R3aec06e1afa54b3d" /><Relationship Type="http://schemas.openxmlformats.org/officeDocument/2006/relationships/slideLayout" Target="/ppt/slideLayouts/slideLayout4.xml" Id="R823df6efaf5f4f4d" /><Relationship Type="http://schemas.openxmlformats.org/officeDocument/2006/relationships/slideLayout" Target="/ppt/slideLayouts/slideLayout5.xml" Id="Rcdf8c5a43c754555" /><Relationship Type="http://schemas.openxmlformats.org/officeDocument/2006/relationships/slideLayout" Target="/ppt/slideLayouts/slideLayout6.xml" Id="R245b2e8c5ede43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16dbddbaa493e"/>
    <p:sldLayoutId xmlns:r="http://schemas.openxmlformats.org/officeDocument/2006/relationships" id="2147483650" r:id="Rae30cef3df2242b3"/>
    <p:sldLayoutId xmlns:r="http://schemas.openxmlformats.org/officeDocument/2006/relationships" id="2147483651" r:id="R3aec06e1afa54b3d"/>
    <p:sldLayoutId xmlns:r="http://schemas.openxmlformats.org/officeDocument/2006/relationships" id="2147483652" r:id="R823df6efaf5f4f4d"/>
    <p:sldLayoutId xmlns:r="http://schemas.openxmlformats.org/officeDocument/2006/relationships" id="2147483653" r:id="Rcdf8c5a43c754555"/>
    <p:sldLayoutId xmlns:r="http://schemas.openxmlformats.org/officeDocument/2006/relationships" id="2147483654" r:id="R245b2e8c5ede43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abf718cba4925" /><Relationship Type="http://schemas.openxmlformats.org/officeDocument/2006/relationships/notesSlide" Target="/ppt/notesSlides/notesSlide1.xml" Id="Rf6fc1c1defb543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5a25521c5f43cd" /><Relationship Type="http://schemas.openxmlformats.org/officeDocument/2006/relationships/notesSlide" Target="/ppt/notesSlides/notesSlide2.xml" Id="R97281b74291e42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ee624f8e08409e" /><Relationship Type="http://schemas.openxmlformats.org/officeDocument/2006/relationships/notesSlide" Target="/ppt/notesSlides/notesSlide3.xml" Id="R7b5b8f178207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a27d7ee3345a7" /><Relationship Type="http://schemas.openxmlformats.org/officeDocument/2006/relationships/notesSlide" Target="/ppt/notesSlides/notesSlide4.xml" Id="Ree62f007f69844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ae1d253974f53" /><Relationship Type="http://schemas.openxmlformats.org/officeDocument/2006/relationships/notesSlide" Target="/ppt/notesSlides/notesSlide5.xml" Id="R9a17a9264ec241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fa4d8056d4376" /><Relationship Type="http://schemas.openxmlformats.org/officeDocument/2006/relationships/notesSlide" Target="/ppt/notesSlides/notesSlide6.xml" Id="R8ee0984e02364b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7365c6b784b77" /><Relationship Type="http://schemas.openxmlformats.org/officeDocument/2006/relationships/notesSlide" Target="/ppt/notesSlides/notesSlide7.xml" Id="R1181d646ec3747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591b145054ece" /><Relationship Type="http://schemas.openxmlformats.org/officeDocument/2006/relationships/notesSlide" Target="/ppt/notesSlides/notesSlide8.xml" Id="R1233116fe41043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4A1C38E3-33FA-403F-B336-01F0AC99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Company overview and product portfo">
            <a:extLst xmlns:a="http://schemas.openxmlformats.org/drawingml/2006/main">
              <a:ext uri="{FF2B5EF4-FFF2-40B4-BE49-F238E27FC236}">
                <a16:creationId xmlns:a16="http://schemas.microsoft.com/office/drawing/2014/main" id="{C49623CE-1BD5-4C3F-8EE4-37A5E6E7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overview and product portfolio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EAF4D5F6-5E66-4CB7-8F8C-74698177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EFC79FC-93A7-4C11-93AF-758141F7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4B377064-2E86-4E67-83BB-45358BA1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83845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154196D6-6E6F-4E77-9405-76A0AC65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ompany Overview">
            <a:extLst xmlns:a="http://schemas.openxmlformats.org/drawingml/2006/main">
              <a:ext uri="{FF2B5EF4-FFF2-40B4-BE49-F238E27FC236}">
                <a16:creationId xmlns:a16="http://schemas.microsoft.com/office/drawing/2014/main" id="{36F1D766-8974-4981-9DD8-784D544B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Company Overview</a:t>
            </a:r>
          </a:p>
        </p:txBody>
      </p:sp>
      <p:sp>
        <p:nvSpPr>
          <p:cNvPr id="3" name="• Company name: [insert approved le">
            <a:extLst xmlns:a="http://schemas.openxmlformats.org/drawingml/2006/main">
              <a:ext uri="{FF2B5EF4-FFF2-40B4-BE49-F238E27FC236}">
                <a16:creationId xmlns:a16="http://schemas.microsoft.com/office/drawing/2014/main" id="{3B59668E-9918-44C2-A19C-21DE4D73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Company name: [insert approved legal name]</a:t>
            </a:r>
          </a:p>
        </p:txBody>
      </p:sp>
      <p:sp>
        <p:nvSpPr>
          <p:cNvPr id="4" name="• Business scope: energy storage sy">
            <a:extLst xmlns:a="http://schemas.openxmlformats.org/drawingml/2006/main">
              <a:ext uri="{FF2B5EF4-FFF2-40B4-BE49-F238E27FC236}">
                <a16:creationId xmlns:a16="http://schemas.microsoft.com/office/drawing/2014/main" id="{E3BB55F3-5484-43E9-80AA-1BE5D0A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Business scope: energy storage systems and project support</a:t>
            </a:r>
          </a:p>
        </p:txBody>
      </p:sp>
      <p:sp>
        <p:nvSpPr>
          <p:cNvPr id="5" name="• Present only approved company fac">
            <a:extLst xmlns:a="http://schemas.openxmlformats.org/drawingml/2006/main">
              <a:ext uri="{FF2B5EF4-FFF2-40B4-BE49-F238E27FC236}">
                <a16:creationId xmlns:a16="http://schemas.microsoft.com/office/drawing/2014/main" id="{F3BF474E-5138-4155-AF1F-6C36D739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Present only approved company facts and regional presence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DECBA8F-81B9-426F-89A3-0BA11C9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85B7770A-2B42-4C4B-8DE6-E3B84A07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406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46CA8DDE-829C-46BF-A32B-9D186270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Approved Product Portfolio">
            <a:extLst xmlns:a="http://schemas.openxmlformats.org/drawingml/2006/main">
              <a:ext uri="{FF2B5EF4-FFF2-40B4-BE49-F238E27FC236}">
                <a16:creationId xmlns:a16="http://schemas.microsoft.com/office/drawing/2014/main" id="{D34A1C31-16C4-43F3-A88F-1E162F0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Approved Product Portfolio</a:t>
            </a:r>
          </a:p>
        </p:txBody>
      </p:sp>
      <p:sp>
        <p:nvSpPr>
          <p:cNvPr id="3" name="• Utility scale battery energy stor">
            <a:extLst xmlns:a="http://schemas.openxmlformats.org/drawingml/2006/main">
              <a:ext uri="{FF2B5EF4-FFF2-40B4-BE49-F238E27FC236}">
                <a16:creationId xmlns:a16="http://schemas.microsoft.com/office/drawing/2014/main" id="{70C54D2E-FB4C-4AD7-952C-85875082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Utility scale battery energy storage systems</a:t>
            </a:r>
          </a:p>
        </p:txBody>
      </p:sp>
      <p:sp>
        <p:nvSpPr>
          <p:cNvPr id="4" name="• Commercial and industrial energy ">
            <a:extLst xmlns:a="http://schemas.openxmlformats.org/drawingml/2006/main">
              <a:ext uri="{FF2B5EF4-FFF2-40B4-BE49-F238E27FC236}">
                <a16:creationId xmlns:a16="http://schemas.microsoft.com/office/drawing/2014/main" id="{0C8D7DC6-2B34-4238-A40D-EED39B4A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Commercial and industrial energy storage solutions</a:t>
            </a:r>
          </a:p>
        </p:txBody>
      </p:sp>
      <p:sp>
        <p:nvSpPr>
          <p:cNvPr id="5" name="• Product ratings and models: refer">
            <a:extLst xmlns:a="http://schemas.openxmlformats.org/drawingml/2006/main">
              <a:ext uri="{FF2B5EF4-FFF2-40B4-BE49-F238E27FC236}">
                <a16:creationId xmlns:a16="http://schemas.microsoft.com/office/drawing/2014/main" id="{257AB444-40CE-4CDF-B5B7-556184A2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Product ratings and models: refer to approved data sheets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091EF64-EE8E-48C8-982E-EC2B8119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33736FC3-4375-461C-9BDB-A3AFD944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18751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0F77604A-E327-4135-90A9-3F0BBD2C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ystem Building Blocks">
            <a:extLst xmlns:a="http://schemas.openxmlformats.org/drawingml/2006/main">
              <a:ext uri="{FF2B5EF4-FFF2-40B4-BE49-F238E27FC236}">
                <a16:creationId xmlns:a16="http://schemas.microsoft.com/office/drawing/2014/main" id="{C8070014-5EAF-4CFD-9A42-52669BE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System Building Blocks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6E7EE40F-39EA-43EE-BB16-40FC7D7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Battery system, BMS and power con">
            <a:extLst xmlns:a="http://schemas.openxmlformats.org/drawingml/2006/main">
              <a:ext uri="{FF2B5EF4-FFF2-40B4-BE49-F238E27FC236}">
                <a16:creationId xmlns:a16="http://schemas.microsoft.com/office/drawing/2014/main" id="{FFC5C266-766B-4D9F-BF94-45778CF8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Battery system, BMS and power conversion</a:t>
            </a:r>
          </a:p>
        </p:txBody>
      </p:sp>
      <p:sp>
        <p:nvSpPr>
          <p:cNvPr id="5" name="• Energy management, monitoring and">
            <a:extLst xmlns:a="http://schemas.openxmlformats.org/drawingml/2006/main">
              <a:ext uri="{FF2B5EF4-FFF2-40B4-BE49-F238E27FC236}">
                <a16:creationId xmlns:a16="http://schemas.microsoft.com/office/drawing/2014/main" id="{5AC2731F-AA07-4A30-8FF1-E4866DE5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Energy management, monitoring and site interfaces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BF4EC319-59F5-4366-8D08-E22C2435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Configuration depends on the appr">
            <a:extLst xmlns:a="http://schemas.openxmlformats.org/drawingml/2006/main">
              <a:ext uri="{FF2B5EF4-FFF2-40B4-BE49-F238E27FC236}">
                <a16:creationId xmlns:a16="http://schemas.microsoft.com/office/drawing/2014/main" id="{D65C3292-7403-4275-B9DA-308C14B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Configuration depends on the approved project requirements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9BB31E67-009A-4572-9CDA-ED5DB22F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7216F298-21C1-42A8-8273-2A391A71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6CCB78DF-F06C-4FB1-BAC5-E050900C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39347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D69CC005-C225-4D64-B157-A545065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Engineering and Quality">
            <a:extLst xmlns:a="http://schemas.openxmlformats.org/drawingml/2006/main">
              <a:ext uri="{FF2B5EF4-FFF2-40B4-BE49-F238E27FC236}">
                <a16:creationId xmlns:a16="http://schemas.microsoft.com/office/drawing/2014/main" id="{5FACA37C-F5F4-4B7D-8D57-F9340351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Engineering and Quality</a:t>
            </a:r>
          </a:p>
        </p:txBody>
      </p:sp>
      <p:sp>
        <p:nvSpPr>
          <p:cNvPr id="3" name="• Discuss the engineering review pr">
            <a:extLst xmlns:a="http://schemas.openxmlformats.org/drawingml/2006/main">
              <a:ext uri="{FF2B5EF4-FFF2-40B4-BE49-F238E27FC236}">
                <a16:creationId xmlns:a16="http://schemas.microsoft.com/office/drawing/2014/main" id="{6DDEB448-E99C-44B4-84B7-5B3F5CCB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Discuss the engineering review process</a:t>
            </a:r>
          </a:p>
        </p:txBody>
      </p:sp>
      <p:sp>
        <p:nvSpPr>
          <p:cNvPr id="4" name="• Present applicable quality and te">
            <a:extLst xmlns:a="http://schemas.openxmlformats.org/drawingml/2006/main">
              <a:ext uri="{FF2B5EF4-FFF2-40B4-BE49-F238E27FC236}">
                <a16:creationId xmlns:a16="http://schemas.microsoft.com/office/drawing/2014/main" id="{0E2CC6D1-1BC1-4B1C-9C13-A76D78B5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Present applicable quality and test documentation</a:t>
            </a:r>
          </a:p>
        </p:txBody>
      </p:sp>
      <p:sp>
        <p:nvSpPr>
          <p:cNvPr id="5" name="• Use approved certificates with th">
            <a:extLst xmlns:a="http://schemas.openxmlformats.org/drawingml/2006/main">
              <a:ext uri="{FF2B5EF4-FFF2-40B4-BE49-F238E27FC236}">
                <a16:creationId xmlns:a16="http://schemas.microsoft.com/office/drawing/2014/main" id="{246AF753-47CF-4B10-A343-5FB4BE5E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approved certificates with the correct scope and validity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156B0788-C7A1-480B-B857-41E5CD5F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33297A84-0AC1-46F7-9186-58ECDAA9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9677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983B898B-A578-4B48-8899-95191E6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elivery and Project Support">
            <a:extLst xmlns:a="http://schemas.openxmlformats.org/drawingml/2006/main">
              <a:ext uri="{FF2B5EF4-FFF2-40B4-BE49-F238E27FC236}">
                <a16:creationId xmlns:a16="http://schemas.microsoft.com/office/drawing/2014/main" id="{1106BEE5-D3BF-41C6-A5FF-37C277C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Delivery and Project Support</a:t>
            </a:r>
          </a:p>
        </p:txBody>
      </p:sp>
      <p:sp>
        <p:nvSpPr>
          <p:cNvPr id="3" name="• Agree the supply scope and interf">
            <a:extLst xmlns:a="http://schemas.openxmlformats.org/drawingml/2006/main">
              <a:ext uri="{FF2B5EF4-FFF2-40B4-BE49-F238E27FC236}">
                <a16:creationId xmlns:a16="http://schemas.microsoft.com/office/drawing/2014/main" id="{241F24B4-AE9D-4EE5-9B44-6BF2431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the supply scope and interface owners</a:t>
            </a:r>
          </a:p>
        </p:txBody>
      </p:sp>
      <p:sp>
        <p:nvSpPr>
          <p:cNvPr id="4" name="• Confirm site readiness and milest">
            <a:extLst xmlns:a="http://schemas.openxmlformats.org/drawingml/2006/main">
              <a:ext uri="{FF2B5EF4-FFF2-40B4-BE49-F238E27FC236}">
                <a16:creationId xmlns:a16="http://schemas.microsoft.com/office/drawing/2014/main" id="{F1C8C903-4A3A-4944-8E81-F9785DD1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site readiness and milestone dependencies</a:t>
            </a:r>
          </a:p>
        </p:txBody>
      </p:sp>
      <p:sp>
        <p:nvSpPr>
          <p:cNvPr id="5" name="• Use project specific delivery com">
            <a:extLst xmlns:a="http://schemas.openxmlformats.org/drawingml/2006/main">
              <a:ext uri="{FF2B5EF4-FFF2-40B4-BE49-F238E27FC236}">
                <a16:creationId xmlns:a16="http://schemas.microsoft.com/office/drawing/2014/main" id="{5474CEA6-8B70-4184-83C4-E88DECF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project specific delivery commitments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54694C27-1547-4D7D-A1B3-9B684B9F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FF9C38D1-283A-475A-83A1-A49DA024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57439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DAA0E0B3-3638-4249-9E00-54F9580F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ervice and Cooperation">
            <a:extLst xmlns:a="http://schemas.openxmlformats.org/drawingml/2006/main">
              <a:ext uri="{FF2B5EF4-FFF2-40B4-BE49-F238E27FC236}">
                <a16:creationId xmlns:a16="http://schemas.microsoft.com/office/drawing/2014/main" id="{3164B37D-D109-488E-93EF-F5737E05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Service and Cooperation</a:t>
            </a:r>
          </a:p>
        </p:txBody>
      </p:sp>
      <p:sp>
        <p:nvSpPr>
          <p:cNvPr id="3" name="• Introduce approved service scope ">
            <a:extLst xmlns:a="http://schemas.openxmlformats.org/drawingml/2006/main">
              <a:ext uri="{FF2B5EF4-FFF2-40B4-BE49-F238E27FC236}">
                <a16:creationId xmlns:a16="http://schemas.microsoft.com/office/drawing/2014/main" id="{B15EA5AA-000A-431E-8308-8E2BBA05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Introduce approved service scope and support channels</a:t>
            </a:r>
          </a:p>
        </p:txBody>
      </p:sp>
      <p:sp>
        <p:nvSpPr>
          <p:cNvPr id="4" name="• Confirm warranty terms from the a">
            <a:extLst xmlns:a="http://schemas.openxmlformats.org/drawingml/2006/main">
              <a:ext uri="{FF2B5EF4-FFF2-40B4-BE49-F238E27FC236}">
                <a16:creationId xmlns:a16="http://schemas.microsoft.com/office/drawing/2014/main" id="{47251910-F89B-4BD4-A38F-7F3BE234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warranty terms from the applicable contract</a:t>
            </a:r>
          </a:p>
        </p:txBody>
      </p:sp>
      <p:sp>
        <p:nvSpPr>
          <p:cNvPr id="5" name="• Agree the next technical or comme">
            <a:extLst xmlns:a="http://schemas.openxmlformats.org/drawingml/2006/main">
              <a:ext uri="{FF2B5EF4-FFF2-40B4-BE49-F238E27FC236}">
                <a16:creationId xmlns:a16="http://schemas.microsoft.com/office/drawing/2014/main" id="{4B901762-BCE8-4F4F-B079-AD55FA2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the next technical or commercial review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AFEFA74-409C-4A9C-87AB-EE75BBC5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09C4B69D-5E4F-4609-907B-D7F7AF61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5095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7325173B-0215-45E8-BADE-6D5C117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8D9166BA-BCCD-4EE3-8CF5-1C123D6C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3337B506-0BD8-4494-AC86-0C3D829B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A5C8560A-0ECD-43B6-8C1D-9EF2AE0D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56F5E327-0D30-4475-B8BB-2789CFFC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81B8EF59-A192-4D45-80C8-24802E67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4DEA8AA1-35C8-40A0-B841-C383FCBD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7663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2026-10-26T06:15:01.6060000Z</dcterms:created>
  <dcterms:modified xsi:type="dcterms:W3CDTF">2026-10-26T06:15:01.6060000Z</dcterms:modified>
</coreProperties>
</file>