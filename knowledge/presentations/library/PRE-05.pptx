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e528fb6d8d417b" /><Relationship Type="http://schemas.openxmlformats.org/officeDocument/2006/relationships/extended-properties" Target="/docProps/app.xml" Id="Re10f1545c3094b4d" /><Relationship Type="http://schemas.openxmlformats.org/officeDocument/2006/relationships/officeDocument" Target="/ppt/presentation.xml" Id="Rbbb4d3154ad7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8b108710e4730"/>
  </p:sldMasterIdLst>
  <p:notesMasterIdLst>
    <p:notesMasterId xmlns:r="http://schemas.openxmlformats.org/officeDocument/2006/relationships" r:id="R4586890207554c82"/>
  </p:notesMasterIdLst>
  <p:sldIdLst>
    <p:sldId xmlns:r="http://schemas.openxmlformats.org/officeDocument/2006/relationships" id="256" r:id="R673542e135d34689"/>
    <p:sldId xmlns:r="http://schemas.openxmlformats.org/officeDocument/2006/relationships" id="257" r:id="R2d24862ae02f412c"/>
    <p:sldId xmlns:r="http://schemas.openxmlformats.org/officeDocument/2006/relationships" id="258" r:id="Rd80da545eadf447c"/>
    <p:sldId xmlns:r="http://schemas.openxmlformats.org/officeDocument/2006/relationships" id="259" r:id="Rc51e06be4ecf4149"/>
    <p:sldId xmlns:r="http://schemas.openxmlformats.org/officeDocument/2006/relationships" id="260" r:id="R7e949eef12b34b8b"/>
    <p:sldId xmlns:r="http://schemas.openxmlformats.org/officeDocument/2006/relationships" id="261" r:id="R39d8cc9055124918"/>
    <p:sldId xmlns:r="http://schemas.openxmlformats.org/officeDocument/2006/relationships" id="262" r:id="R8b7beb75736b4ef4"/>
    <p:sldId xmlns:r="http://schemas.openxmlformats.org/officeDocument/2006/relationships" id="263" r:id="R2c934e0efb614f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68de869b1146f3" /><Relationship Type="http://schemas.openxmlformats.org/officeDocument/2006/relationships/slideMaster" Target="/ppt/slideMasters/slideMaster1.xml" Id="Rac88b108710e4730" /><Relationship Type="http://schemas.openxmlformats.org/officeDocument/2006/relationships/notesMaster" Target="/ppt/notesMasters/notesMaster1.xml" Id="R4586890207554c82" /><Relationship Type="http://schemas.openxmlformats.org/officeDocument/2006/relationships/presProps" Target="/ppt/presProps.xml" Id="Rc9b2db8899b14b76" /><Relationship Type="http://schemas.openxmlformats.org/officeDocument/2006/relationships/tableStyles" Target="/ppt/tableStyles.xml" Id="R34b4ff5cc221405f" /><Relationship Type="http://schemas.openxmlformats.org/officeDocument/2006/relationships/slide" Target="/ppt/slides/slide1.xml" Id="R673542e135d34689" /><Relationship Type="http://schemas.openxmlformats.org/officeDocument/2006/relationships/slide" Target="/ppt/slides/slide2.xml" Id="R2d24862ae02f412c" /><Relationship Type="http://schemas.openxmlformats.org/officeDocument/2006/relationships/slide" Target="/ppt/slides/slide3.xml" Id="Rd80da545eadf447c" /><Relationship Type="http://schemas.openxmlformats.org/officeDocument/2006/relationships/slide" Target="/ppt/slides/slide4.xml" Id="Rc51e06be4ecf4149" /><Relationship Type="http://schemas.openxmlformats.org/officeDocument/2006/relationships/slide" Target="/ppt/slides/slide5.xml" Id="R7e949eef12b34b8b" /><Relationship Type="http://schemas.openxmlformats.org/officeDocument/2006/relationships/slide" Target="/ppt/slides/slide6.xml" Id="R39d8cc9055124918" /><Relationship Type="http://schemas.openxmlformats.org/officeDocument/2006/relationships/slide" Target="/ppt/slides/slide7.xml" Id="R8b7beb75736b4ef4" /><Relationship Type="http://schemas.openxmlformats.org/officeDocument/2006/relationships/slide" Target="/ppt/slides/slide8.xml" Id="R2c934e0efb61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ccc312fc9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63d5ef16d489d" /><Relationship Type="http://schemas.openxmlformats.org/officeDocument/2006/relationships/notesMaster" Target="/ppt/notesMasters/notesMaster1.xml" Id="R51f7dd56772d4a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267ed0931c4e8a" /><Relationship Type="http://schemas.openxmlformats.org/officeDocument/2006/relationships/notesMaster" Target="/ppt/notesMasters/notesMaster1.xml" Id="R1db81baf99b2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270591e98044f1" /><Relationship Type="http://schemas.openxmlformats.org/officeDocument/2006/relationships/notesMaster" Target="/ppt/notesMasters/notesMaster1.xml" Id="R1b5b8524a815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7e3dd7ee50463d" /><Relationship Type="http://schemas.openxmlformats.org/officeDocument/2006/relationships/notesMaster" Target="/ppt/notesMasters/notesMaster1.xml" Id="R26af8c098c1140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dc934402e42b0" /><Relationship Type="http://schemas.openxmlformats.org/officeDocument/2006/relationships/notesMaster" Target="/ppt/notesMasters/notesMaster1.xml" Id="Rff1044b8abbb40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116db696f4de2" /><Relationship Type="http://schemas.openxmlformats.org/officeDocument/2006/relationships/notesMaster" Target="/ppt/notesMasters/notesMaster1.xml" Id="Rc99688ad0beb41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d84038be8b4ae2" /><Relationship Type="http://schemas.openxmlformats.org/officeDocument/2006/relationships/notesMaster" Target="/ppt/notesMasters/notesMaster1.xml" Id="Rc57bdf45c41040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1fd9b1feb44244" /><Relationship Type="http://schemas.openxmlformats.org/officeDocument/2006/relationships/notesMaster" Target="/ppt/notesMasters/notesMaster1.xml" Id="R4510a54cb91a42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23396eb0b44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b8eba666440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51e5db98f48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c6cb3967445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19b17485748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3751d41274e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71F81D-3BC7-44E8-90A6-46F7998D6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2F53B9-4869-464B-BD4C-C6EBD70E84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3DAE89-0FBA-4F3B-BF68-88B025492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F21956-3152-4A2B-BB81-925499CF7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44B667-E4F8-4F0C-BCCC-1A7909968C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0E01BD-DFE3-42D1-BA46-792F3C821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902139-1C5F-4432-BB46-2D0992D3A1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FDBF8A-F83A-48B7-9FE3-E9311D32FA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0D95D5-5A56-44E2-82F8-673B57067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0CE4C5-5B96-4541-9CF5-5CE0523C9D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e447b9fc0b427c" /><Relationship Type="http://schemas.openxmlformats.org/officeDocument/2006/relationships/slideLayout" Target="/ppt/slideLayouts/slideLayout1.xml" Id="Rb2b341ccd81c48e6" /><Relationship Type="http://schemas.openxmlformats.org/officeDocument/2006/relationships/slideLayout" Target="/ppt/slideLayouts/slideLayout2.xml" Id="R76166d257fbe4e11" /><Relationship Type="http://schemas.openxmlformats.org/officeDocument/2006/relationships/slideLayout" Target="/ppt/slideLayouts/slideLayout3.xml" Id="R66571713ad1a49b5" /><Relationship Type="http://schemas.openxmlformats.org/officeDocument/2006/relationships/slideLayout" Target="/ppt/slideLayouts/slideLayout4.xml" Id="R1321857d08484222" /><Relationship Type="http://schemas.openxmlformats.org/officeDocument/2006/relationships/slideLayout" Target="/ppt/slideLayouts/slideLayout5.xml" Id="R3ac6957e048445de" /><Relationship Type="http://schemas.openxmlformats.org/officeDocument/2006/relationships/slideLayout" Target="/ppt/slideLayouts/slideLayout6.xml" Id="Re27659c204a745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341ccd81c48e6"/>
    <p:sldLayoutId xmlns:r="http://schemas.openxmlformats.org/officeDocument/2006/relationships" id="2147483650" r:id="R76166d257fbe4e11"/>
    <p:sldLayoutId xmlns:r="http://schemas.openxmlformats.org/officeDocument/2006/relationships" id="2147483651" r:id="R66571713ad1a49b5"/>
    <p:sldLayoutId xmlns:r="http://schemas.openxmlformats.org/officeDocument/2006/relationships" id="2147483652" r:id="R1321857d08484222"/>
    <p:sldLayoutId xmlns:r="http://schemas.openxmlformats.org/officeDocument/2006/relationships" id="2147483653" r:id="R3ac6957e048445de"/>
    <p:sldLayoutId xmlns:r="http://schemas.openxmlformats.org/officeDocument/2006/relationships" id="2147483654" r:id="Re27659c204a745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0e132861e4f95" /><Relationship Type="http://schemas.openxmlformats.org/officeDocument/2006/relationships/notesSlide" Target="/ppt/notesSlides/notesSlide1.xml" Id="Rc804f7a753204d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aa12aafd84e3a" /><Relationship Type="http://schemas.openxmlformats.org/officeDocument/2006/relationships/notesSlide" Target="/ppt/notesSlides/notesSlide2.xml" Id="R92207627d2ba46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12476f0934e5d" /><Relationship Type="http://schemas.openxmlformats.org/officeDocument/2006/relationships/notesSlide" Target="/ppt/notesSlides/notesSlide3.xml" Id="Rd3626038f0c34e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e71095a3d45d3" /><Relationship Type="http://schemas.openxmlformats.org/officeDocument/2006/relationships/notesSlide" Target="/ppt/notesSlides/notesSlide4.xml" Id="Re32c51de362541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f8d343e9c4633" /><Relationship Type="http://schemas.openxmlformats.org/officeDocument/2006/relationships/notesSlide" Target="/ppt/notesSlides/notesSlide5.xml" Id="Re4ce4a21d5204e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041d11e564a43" /><Relationship Type="http://schemas.openxmlformats.org/officeDocument/2006/relationships/notesSlide" Target="/ppt/notesSlides/notesSlide6.xml" Id="R6e17b5e41b0345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9772843784a10" /><Relationship Type="http://schemas.openxmlformats.org/officeDocument/2006/relationships/notesSlide" Target="/ppt/notesSlides/notesSlide7.xml" Id="R8448b269ba3e4a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f9dfe644f497a" /><Relationship Type="http://schemas.openxmlformats.org/officeDocument/2006/relationships/notesSlide" Target="/ppt/notesSlides/notesSlide8.xml" Id="R6354a5f1427641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EF5797E3-35BF-4EC6-BCDB-DE692789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Commercial and industrial storage">
            <a:extLst xmlns:a="http://schemas.openxmlformats.org/drawingml/2006/main">
              <a:ext uri="{FF2B5EF4-FFF2-40B4-BE49-F238E27FC236}">
                <a16:creationId xmlns:a16="http://schemas.microsoft.com/office/drawing/2014/main" id="{D57FA1FC-36B2-4054-A787-124D95F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Commercial and industrial storage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ECF73C5C-D780-4BCC-8510-BFFCBA2A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52BF4C18-4316-4471-A220-87CC26D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EE89DCFE-1143-4A5C-9C1D-5C42F2FA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7266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A530CA70-D2DB-4FA9-AC3B-540191B8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Facility objectives">
            <a:extLst xmlns:a="http://schemas.openxmlformats.org/drawingml/2006/main">
              <a:ext uri="{FF2B5EF4-FFF2-40B4-BE49-F238E27FC236}">
                <a16:creationId xmlns:a16="http://schemas.microsoft.com/office/drawing/2014/main" id="{BD8CC348-D198-4ED5-B320-6D043E67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Facility objectives</a:t>
            </a:r>
          </a:p>
        </p:txBody>
      </p:sp>
      <p:sp>
        <p:nvSpPr>
          <p:cNvPr id="3" name="• Discuss energy cost and operation">
            <a:extLst xmlns:a="http://schemas.openxmlformats.org/drawingml/2006/main">
              <a:ext uri="{FF2B5EF4-FFF2-40B4-BE49-F238E27FC236}">
                <a16:creationId xmlns:a16="http://schemas.microsoft.com/office/drawing/2014/main" id="{11985689-4589-468E-9FA2-ACD1DAB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energy cost and operational needs</a:t>
            </a:r>
          </a:p>
        </p:txBody>
      </p:sp>
      <p:sp>
        <p:nvSpPr>
          <p:cNvPr id="4" name="• Identify resilience requirements">
            <a:extLst xmlns:a="http://schemas.openxmlformats.org/drawingml/2006/main">
              <a:ext uri="{FF2B5EF4-FFF2-40B4-BE49-F238E27FC236}">
                <a16:creationId xmlns:a16="http://schemas.microsoft.com/office/drawing/2014/main" id="{A3164101-6D07-44CB-B914-EE127161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resilience requirements</a:t>
            </a:r>
          </a:p>
        </p:txBody>
      </p:sp>
      <p:sp>
        <p:nvSpPr>
          <p:cNvPr id="5" name="• Confirm the customer investment m">
            <a:extLst xmlns:a="http://schemas.openxmlformats.org/drawingml/2006/main">
              <a:ext uri="{FF2B5EF4-FFF2-40B4-BE49-F238E27FC236}">
                <a16:creationId xmlns:a16="http://schemas.microsoft.com/office/drawing/2014/main" id="{38ECAF6D-B2FE-48A2-B011-C5344D8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investment model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40D5C7F-AB91-4997-BFB5-BD79CA2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4048DAFF-7189-4FB3-9EC8-351B0CC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8340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6BAF4079-6DC9-44B8-8D71-E675DE12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Load and tariff inputs">
            <a:extLst xmlns:a="http://schemas.openxmlformats.org/drawingml/2006/main">
              <a:ext uri="{FF2B5EF4-FFF2-40B4-BE49-F238E27FC236}">
                <a16:creationId xmlns:a16="http://schemas.microsoft.com/office/drawing/2014/main" id="{55F258EA-9694-4C39-B0FF-52943133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Load and tariff inputs</a:t>
            </a:r>
          </a:p>
        </p:txBody>
      </p:sp>
      <p:sp>
        <p:nvSpPr>
          <p:cNvPr id="3" name="• Collect interval load information">
            <a:extLst xmlns:a="http://schemas.openxmlformats.org/drawingml/2006/main">
              <a:ext uri="{FF2B5EF4-FFF2-40B4-BE49-F238E27FC236}">
                <a16:creationId xmlns:a16="http://schemas.microsoft.com/office/drawing/2014/main" id="{DE183ADF-56CD-4D57-9E02-1552F89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Collect interval load information</a:t>
            </a:r>
          </a:p>
        </p:txBody>
      </p:sp>
      <p:sp>
        <p:nvSpPr>
          <p:cNvPr id="4" name="• Check energy and demand charge st">
            <a:extLst xmlns:a="http://schemas.openxmlformats.org/drawingml/2006/main">
              <a:ext uri="{FF2B5EF4-FFF2-40B4-BE49-F238E27FC236}">
                <a16:creationId xmlns:a16="http://schemas.microsoft.com/office/drawing/2014/main" id="{4A71D8DA-D6F1-4C44-947B-F68E825C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Check energy and demand charge structures</a:t>
            </a:r>
          </a:p>
        </p:txBody>
      </p:sp>
      <p:sp>
        <p:nvSpPr>
          <p:cNvPr id="5" name="• Assess data completeness before m">
            <a:extLst xmlns:a="http://schemas.openxmlformats.org/drawingml/2006/main">
              <a:ext uri="{FF2B5EF4-FFF2-40B4-BE49-F238E27FC236}">
                <a16:creationId xmlns:a16="http://schemas.microsoft.com/office/drawing/2014/main" id="{781DBD9B-85A6-462F-B7A4-1CE7A29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Assess data completeness before modelling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77F6133F-3DE7-45DD-A82C-6A62DB11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7D4B41FF-58B5-480E-92A8-5C6C49BF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4742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5F1BBE3A-550F-487A-AA15-78C68E0C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Operating constraints">
            <a:extLst xmlns:a="http://schemas.openxmlformats.org/drawingml/2006/main">
              <a:ext uri="{FF2B5EF4-FFF2-40B4-BE49-F238E27FC236}">
                <a16:creationId xmlns:a16="http://schemas.microsoft.com/office/drawing/2014/main" id="{95EDBF79-6021-46BC-BA11-86EC2593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Operating constraints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823BAA26-B834-49D3-B6A2-7FA41BAE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Discuss available connection capa">
            <a:extLst xmlns:a="http://schemas.openxmlformats.org/drawingml/2006/main">
              <a:ext uri="{FF2B5EF4-FFF2-40B4-BE49-F238E27FC236}">
                <a16:creationId xmlns:a16="http://schemas.microsoft.com/office/drawing/2014/main" id="{16E61DBF-2AC0-4F51-A727-A6E27DB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available connection capacity</a:t>
            </a:r>
          </a:p>
        </p:txBody>
      </p:sp>
      <p:sp>
        <p:nvSpPr>
          <p:cNvPr id="5" name="• Understand facility schedules and">
            <a:extLst xmlns:a="http://schemas.openxmlformats.org/drawingml/2006/main">
              <a:ext uri="{FF2B5EF4-FFF2-40B4-BE49-F238E27FC236}">
                <a16:creationId xmlns:a16="http://schemas.microsoft.com/office/drawing/2014/main" id="{1027E8BC-6C90-4A12-8FF4-354E8947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Understand facility schedules and dispatch limits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ACFFB485-3B3F-496A-8FDC-A0FE7D95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Confirm site and safety requireme">
            <a:extLst xmlns:a="http://schemas.openxmlformats.org/drawingml/2006/main">
              <a:ext uri="{FF2B5EF4-FFF2-40B4-BE49-F238E27FC236}">
                <a16:creationId xmlns:a16="http://schemas.microsoft.com/office/drawing/2014/main" id="{A15EBCAD-A1CA-44B6-800B-08C01E4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site and safety requirements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65407F80-8622-4028-9FB7-F8DA8DF6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C76B7ED2-8223-4A65-91F0-23B79BA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44CF56F9-F3A2-4FF8-A1C3-4EFBFF9C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7385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558EA1F9-7172-4205-817E-F6233099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Value assessment">
            <a:extLst xmlns:a="http://schemas.openxmlformats.org/drawingml/2006/main">
              <a:ext uri="{FF2B5EF4-FFF2-40B4-BE49-F238E27FC236}">
                <a16:creationId xmlns:a16="http://schemas.microsoft.com/office/drawing/2014/main" id="{90B8B540-4823-4487-930E-B103A2F5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Value assessment</a:t>
            </a:r>
          </a:p>
        </p:txBody>
      </p:sp>
      <p:sp>
        <p:nvSpPr>
          <p:cNvPr id="3" name="• Separate verified inputs from ass">
            <a:extLst xmlns:a="http://schemas.openxmlformats.org/drawingml/2006/main">
              <a:ext uri="{FF2B5EF4-FFF2-40B4-BE49-F238E27FC236}">
                <a16:creationId xmlns:a16="http://schemas.microsoft.com/office/drawing/2014/main" id="{9DD06C4F-485F-4CDB-AA04-5F199D0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Separate verified inputs from assumptions</a:t>
            </a:r>
          </a:p>
        </p:txBody>
      </p:sp>
      <p:sp>
        <p:nvSpPr>
          <p:cNvPr id="4" name="• Compare scenarios with explicit l">
            <a:extLst xmlns:a="http://schemas.openxmlformats.org/drawingml/2006/main">
              <a:ext uri="{FF2B5EF4-FFF2-40B4-BE49-F238E27FC236}">
                <a16:creationId xmlns:a16="http://schemas.microsoft.com/office/drawing/2014/main" id="{73590CA7-49C8-4AA1-8BFA-4DE759D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Compare scenarios with explicit limitations</a:t>
            </a:r>
          </a:p>
        </p:txBody>
      </p:sp>
      <p:sp>
        <p:nvSpPr>
          <p:cNvPr id="5" name="• Avoid a generic guaranteed paybac">
            <a:extLst xmlns:a="http://schemas.openxmlformats.org/drawingml/2006/main">
              <a:ext uri="{FF2B5EF4-FFF2-40B4-BE49-F238E27FC236}">
                <a16:creationId xmlns:a16="http://schemas.microsoft.com/office/drawing/2014/main" id="{F8544C6B-850A-413B-9294-6AAC0512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Avoid a generic guaranteed payback claim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38B3C9D-044C-47A9-8EF6-DCBF043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6A4B0447-D2A3-445C-9739-9B111960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600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D85465F8-7ECD-428E-85A4-8629123B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ustomer review">
            <a:extLst xmlns:a="http://schemas.openxmlformats.org/drawingml/2006/main">
              <a:ext uri="{FF2B5EF4-FFF2-40B4-BE49-F238E27FC236}">
                <a16:creationId xmlns:a16="http://schemas.microsoft.com/office/drawing/2014/main" id="{C5229F3A-D135-49A9-BC81-74604219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review</a:t>
            </a:r>
          </a:p>
        </p:txBody>
      </p:sp>
      <p:sp>
        <p:nvSpPr>
          <p:cNvPr id="3" name="• Invite energy, finance and techni">
            <a:extLst xmlns:a="http://schemas.openxmlformats.org/drawingml/2006/main">
              <a:ext uri="{FF2B5EF4-FFF2-40B4-BE49-F238E27FC236}">
                <a16:creationId xmlns:a16="http://schemas.microsoft.com/office/drawing/2014/main" id="{2FD67F64-CE4C-42B3-9EDB-51AA497D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Invite energy, finance and technical roles</a:t>
            </a:r>
          </a:p>
        </p:txBody>
      </p:sp>
      <p:sp>
        <p:nvSpPr>
          <p:cNvPr id="4" name="• Agree the evaluation criteria">
            <a:extLst xmlns:a="http://schemas.openxmlformats.org/drawingml/2006/main">
              <a:ext uri="{FF2B5EF4-FFF2-40B4-BE49-F238E27FC236}">
                <a16:creationId xmlns:a16="http://schemas.microsoft.com/office/drawing/2014/main" id="{62FA4F15-58C8-47B5-8BD8-3A95C66A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the evaluation criteria</a:t>
            </a:r>
          </a:p>
        </p:txBody>
      </p:sp>
      <p:sp>
        <p:nvSpPr>
          <p:cNvPr id="5" name="• List the information still needed">
            <a:extLst xmlns:a="http://schemas.openxmlformats.org/drawingml/2006/main">
              <a:ext uri="{FF2B5EF4-FFF2-40B4-BE49-F238E27FC236}">
                <a16:creationId xmlns:a16="http://schemas.microsoft.com/office/drawing/2014/main" id="{247D21D0-E434-4BC9-A720-7B0D329F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List the information still needed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380A4CC-23B5-4822-98F5-0916374D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2CE5E675-E380-409A-B029-912D527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69808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AD8FD487-3117-4113-8553-F48598E6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ata collection plan">
            <a:extLst xmlns:a="http://schemas.openxmlformats.org/drawingml/2006/main">
              <a:ext uri="{FF2B5EF4-FFF2-40B4-BE49-F238E27FC236}">
                <a16:creationId xmlns:a16="http://schemas.microsoft.com/office/drawing/2014/main" id="{EE4D0172-2AE2-4F0D-A898-58ACDF04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Data collection plan</a:t>
            </a:r>
          </a:p>
        </p:txBody>
      </p:sp>
      <p:sp>
        <p:nvSpPr>
          <p:cNvPr id="3" name="• Assign an owner for load and bill">
            <a:extLst xmlns:a="http://schemas.openxmlformats.org/drawingml/2006/main">
              <a:ext uri="{FF2B5EF4-FFF2-40B4-BE49-F238E27FC236}">
                <a16:creationId xmlns:a16="http://schemas.microsoft.com/office/drawing/2014/main" id="{7ECA92AE-5A4E-4089-A9F9-D4A803D1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Assign an owner for load and billing data</a:t>
            </a:r>
          </a:p>
        </p:txBody>
      </p:sp>
      <p:sp>
        <p:nvSpPr>
          <p:cNvPr id="4" name="• Agree a review date">
            <a:extLst xmlns:a="http://schemas.openxmlformats.org/drawingml/2006/main">
              <a:ext uri="{FF2B5EF4-FFF2-40B4-BE49-F238E27FC236}">
                <a16:creationId xmlns:a16="http://schemas.microsoft.com/office/drawing/2014/main" id="{4587B107-766E-4C37-978B-01F2B4FC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a review date</a:t>
            </a:r>
          </a:p>
        </p:txBody>
      </p:sp>
      <p:sp>
        <p:nvSpPr>
          <p:cNvPr id="5" name="• Confirm the next modelling discus">
            <a:extLst xmlns:a="http://schemas.openxmlformats.org/drawingml/2006/main">
              <a:ext uri="{FF2B5EF4-FFF2-40B4-BE49-F238E27FC236}">
                <a16:creationId xmlns:a16="http://schemas.microsoft.com/office/drawing/2014/main" id="{6ABBB8DE-B688-47D1-AAAE-05A34588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next modelling discussion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A824A76B-0815-48BF-BB8B-6FC5C566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84D849D6-F10A-4A69-9432-A2378A96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9860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2272ED3B-8F84-497C-8D2E-8A504C4F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8A881395-33E4-4622-909B-08DB063B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7FF3AF4D-7888-4676-AEE4-5B13EEA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0B424A41-FD1B-4800-BCA4-AEB622D1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9C8BF894-09CA-4A1D-B920-87800D5D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765B37E2-9C02-4F3A-B166-5299295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B0AF8C88-E946-49BA-A168-07A34B92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9214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2026-10-25T17:21:16.4580000Z</dcterms:created>
  <dcterms:modified xsi:type="dcterms:W3CDTF">2026-10-25T17:21:16.4580000Z</dcterms:modified>
</coreProperties>
</file>