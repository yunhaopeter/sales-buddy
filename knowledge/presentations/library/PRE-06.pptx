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d95095422a4c7d" /><Relationship Type="http://schemas.openxmlformats.org/officeDocument/2006/relationships/extended-properties" Target="/docProps/app.xml" Id="Rdec0cce3a2f74d9e" /><Relationship Type="http://schemas.openxmlformats.org/officeDocument/2006/relationships/officeDocument" Target="/ppt/presentation.xml" Id="Rc453b776841b44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0773d75b8e4112"/>
  </p:sldMasterIdLst>
  <p:notesMasterIdLst>
    <p:notesMasterId xmlns:r="http://schemas.openxmlformats.org/officeDocument/2006/relationships" r:id="R8f3ef183f4bc4ab9"/>
  </p:notesMasterIdLst>
  <p:sldIdLst>
    <p:sldId xmlns:r="http://schemas.openxmlformats.org/officeDocument/2006/relationships" id="256" r:id="R51cac61ec7224a9c"/>
    <p:sldId xmlns:r="http://schemas.openxmlformats.org/officeDocument/2006/relationships" id="257" r:id="R79d192d0e5bf44a7"/>
    <p:sldId xmlns:r="http://schemas.openxmlformats.org/officeDocument/2006/relationships" id="258" r:id="R161ec14e11fc4b6f"/>
    <p:sldId xmlns:r="http://schemas.openxmlformats.org/officeDocument/2006/relationships" id="259" r:id="Rdd44f339e4154b8a"/>
    <p:sldId xmlns:r="http://schemas.openxmlformats.org/officeDocument/2006/relationships" id="260" r:id="Rca4a32c35da5498c"/>
    <p:sldId xmlns:r="http://schemas.openxmlformats.org/officeDocument/2006/relationships" id="261" r:id="R9af778d56c2b4fb3"/>
    <p:sldId xmlns:r="http://schemas.openxmlformats.org/officeDocument/2006/relationships" id="262" r:id="R89760505d4674151"/>
    <p:sldId xmlns:r="http://schemas.openxmlformats.org/officeDocument/2006/relationships" id="263" r:id="R13f5cf0b400a43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ee2f1be91a4f1c" /><Relationship Type="http://schemas.openxmlformats.org/officeDocument/2006/relationships/slideMaster" Target="/ppt/slideMasters/slideMaster1.xml" Id="R760773d75b8e4112" /><Relationship Type="http://schemas.openxmlformats.org/officeDocument/2006/relationships/notesMaster" Target="/ppt/notesMasters/notesMaster1.xml" Id="R8f3ef183f4bc4ab9" /><Relationship Type="http://schemas.openxmlformats.org/officeDocument/2006/relationships/presProps" Target="/ppt/presProps.xml" Id="Rf3a3330bc9864711" /><Relationship Type="http://schemas.openxmlformats.org/officeDocument/2006/relationships/tableStyles" Target="/ppt/tableStyles.xml" Id="R58aabd49f1c1484c" /><Relationship Type="http://schemas.openxmlformats.org/officeDocument/2006/relationships/slide" Target="/ppt/slides/slide1.xml" Id="R51cac61ec7224a9c" /><Relationship Type="http://schemas.openxmlformats.org/officeDocument/2006/relationships/slide" Target="/ppt/slides/slide2.xml" Id="R79d192d0e5bf44a7" /><Relationship Type="http://schemas.openxmlformats.org/officeDocument/2006/relationships/slide" Target="/ppt/slides/slide3.xml" Id="R161ec14e11fc4b6f" /><Relationship Type="http://schemas.openxmlformats.org/officeDocument/2006/relationships/slide" Target="/ppt/slides/slide4.xml" Id="Rdd44f339e4154b8a" /><Relationship Type="http://schemas.openxmlformats.org/officeDocument/2006/relationships/slide" Target="/ppt/slides/slide5.xml" Id="Rca4a32c35da5498c" /><Relationship Type="http://schemas.openxmlformats.org/officeDocument/2006/relationships/slide" Target="/ppt/slides/slide6.xml" Id="R9af778d56c2b4fb3" /><Relationship Type="http://schemas.openxmlformats.org/officeDocument/2006/relationships/slide" Target="/ppt/slides/slide7.xml" Id="R89760505d4674151" /><Relationship Type="http://schemas.openxmlformats.org/officeDocument/2006/relationships/slide" Target="/ppt/slides/slide8.xml" Id="R13f5cf0b400a43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d2b91e1e2548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b93e25441a4335" /><Relationship Type="http://schemas.openxmlformats.org/officeDocument/2006/relationships/notesMaster" Target="/ppt/notesMasters/notesMaster1.xml" Id="R843295a4bd5f41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40f8a241bd4244" /><Relationship Type="http://schemas.openxmlformats.org/officeDocument/2006/relationships/notesMaster" Target="/ppt/notesMasters/notesMaster1.xml" Id="R53a42fee1f5a43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b01343ce8a42a3" /><Relationship Type="http://schemas.openxmlformats.org/officeDocument/2006/relationships/notesMaster" Target="/ppt/notesMasters/notesMaster1.xml" Id="R9f287f3aad7044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e6c60be2c748ca" /><Relationship Type="http://schemas.openxmlformats.org/officeDocument/2006/relationships/notesMaster" Target="/ppt/notesMasters/notesMaster1.xml" Id="Ra8bbb538f6c245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448846230d4a23" /><Relationship Type="http://schemas.openxmlformats.org/officeDocument/2006/relationships/notesMaster" Target="/ppt/notesMasters/notesMaster1.xml" Id="R389b64f46ef849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363c8781ea4151" /><Relationship Type="http://schemas.openxmlformats.org/officeDocument/2006/relationships/notesMaster" Target="/ppt/notesMasters/notesMaster1.xml" Id="Rd0cc71ecd8794d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f4413447554d10" /><Relationship Type="http://schemas.openxmlformats.org/officeDocument/2006/relationships/notesMaster" Target="/ppt/notesMasters/notesMaster1.xml" Id="R6dda4be5100e45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593f4edfd44db9" /><Relationship Type="http://schemas.openxmlformats.org/officeDocument/2006/relationships/notesMaster" Target="/ppt/notesMasters/notesMaster1.xml" Id="Raec97b822cce47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e1da43bea64b4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b77b3503284c3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a4cf67569a46a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2a80481995430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3160b28a36428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758f794e6846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8BC63F-7553-46CC-AE01-1E430A09D3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6FEE2EA-C00D-415E-9977-095E5665B30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7717107-E1A6-4E8D-ABF1-F8B09957AC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CDD082-A256-41AA-BFB7-BBB1CD386C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F8870D7-F0ED-48D1-9573-8C66EEDF4C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22F175B-9591-4E90-839F-A81AB74EB2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12B60D-550E-44AE-B30D-F051B4FFBB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0E59DA2-9C67-4806-B986-796A0919F2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7BA308-70AF-42D6-99F5-35B432A41C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1CF165-C256-49EE-B7CE-A84340FB11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aaa73fc29249f1" /><Relationship Type="http://schemas.openxmlformats.org/officeDocument/2006/relationships/slideLayout" Target="/ppt/slideLayouts/slideLayout1.xml" Id="R65d9a69d29024f85" /><Relationship Type="http://schemas.openxmlformats.org/officeDocument/2006/relationships/slideLayout" Target="/ppt/slideLayouts/slideLayout2.xml" Id="Rbc190c672da04b68" /><Relationship Type="http://schemas.openxmlformats.org/officeDocument/2006/relationships/slideLayout" Target="/ppt/slideLayouts/slideLayout3.xml" Id="R0b25301e352b455d" /><Relationship Type="http://schemas.openxmlformats.org/officeDocument/2006/relationships/slideLayout" Target="/ppt/slideLayouts/slideLayout4.xml" Id="Rdfae1317045c4ece" /><Relationship Type="http://schemas.openxmlformats.org/officeDocument/2006/relationships/slideLayout" Target="/ppt/slideLayouts/slideLayout5.xml" Id="R3c1b008f39d746a0" /><Relationship Type="http://schemas.openxmlformats.org/officeDocument/2006/relationships/slideLayout" Target="/ppt/slideLayouts/slideLayout6.xml" Id="R87006ec534a447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d9a69d29024f85"/>
    <p:sldLayoutId xmlns:r="http://schemas.openxmlformats.org/officeDocument/2006/relationships" id="2147483650" r:id="Rbc190c672da04b68"/>
    <p:sldLayoutId xmlns:r="http://schemas.openxmlformats.org/officeDocument/2006/relationships" id="2147483651" r:id="R0b25301e352b455d"/>
    <p:sldLayoutId xmlns:r="http://schemas.openxmlformats.org/officeDocument/2006/relationships" id="2147483652" r:id="Rdfae1317045c4ece"/>
    <p:sldLayoutId xmlns:r="http://schemas.openxmlformats.org/officeDocument/2006/relationships" id="2147483653" r:id="R3c1b008f39d746a0"/>
    <p:sldLayoutId xmlns:r="http://schemas.openxmlformats.org/officeDocument/2006/relationships" id="2147483654" r:id="R87006ec534a447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4002b6fcab4b2b" /><Relationship Type="http://schemas.openxmlformats.org/officeDocument/2006/relationships/notesSlide" Target="/ppt/notesSlides/notesSlide1.xml" Id="R1a04d01cfa064d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c14f59c5334ada" /><Relationship Type="http://schemas.openxmlformats.org/officeDocument/2006/relationships/notesSlide" Target="/ppt/notesSlides/notesSlide2.xml" Id="R5b7128c2f06847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61b7c28ce1449f" /><Relationship Type="http://schemas.openxmlformats.org/officeDocument/2006/relationships/notesSlide" Target="/ppt/notesSlides/notesSlide3.xml" Id="R9616a38ff58f48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74542ab19340d1" /><Relationship Type="http://schemas.openxmlformats.org/officeDocument/2006/relationships/notesSlide" Target="/ppt/notesSlides/notesSlide4.xml" Id="R313a734b01f244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04121aa90b4102" /><Relationship Type="http://schemas.openxmlformats.org/officeDocument/2006/relationships/notesSlide" Target="/ppt/notesSlides/notesSlide5.xml" Id="Rd1c21c8bc29e49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12ee67f2d94ced" /><Relationship Type="http://schemas.openxmlformats.org/officeDocument/2006/relationships/notesSlide" Target="/ppt/notesSlides/notesSlide6.xml" Id="R383f27d85aeb44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923951aac14b8b" /><Relationship Type="http://schemas.openxmlformats.org/officeDocument/2006/relationships/notesSlide" Target="/ppt/notesSlides/notesSlide7.xml" Id="Rfbd2c2bdf70b48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73f8414738480f" /><Relationship Type="http://schemas.openxmlformats.org/officeDocument/2006/relationships/notesSlide" Target="/ppt/notesSlides/notesSlide8.xml" Id="R7590b67e32594f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3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NERGY STORAGE · MEETING BRIEF">
            <a:extLst xmlns:a="http://schemas.openxmlformats.org/drawingml/2006/main">
              <a:ext uri="{FF2B5EF4-FFF2-40B4-BE49-F238E27FC236}">
                <a16:creationId xmlns:a16="http://schemas.microsoft.com/office/drawing/2014/main" id="{72C2F50C-87C7-4AFF-A0D4-DECDCD96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6B9FC"/>
                </a:solidFill>
                <a:latin typeface="Arial"/>
                <a:ea typeface="Arial"/>
                <a:cs typeface="Arial"/>
              </a:rPr>
              <a:t>ENERGY STORAGE · MEETING BRIEF</a:t>
            </a:r>
          </a:p>
        </p:txBody>
      </p:sp>
      <p:sp>
        <p:nvSpPr>
          <p:cNvPr id="2" name="Partner cooperation and activation">
            <a:extLst xmlns:a="http://schemas.openxmlformats.org/drawingml/2006/main">
              <a:ext uri="{FF2B5EF4-FFF2-40B4-BE49-F238E27FC236}">
                <a16:creationId xmlns:a16="http://schemas.microsoft.com/office/drawing/2014/main" id="{0207273D-8E61-40DE-948C-995A6A6A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85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Partner cooperation and activation</a:t>
            </a:r>
          </a:p>
        </p:txBody>
      </p:sp>
      <p:sp>
        <p:nvSpPr>
          <p:cNvPr id="3" name="Customer meeting reference material">
            <a:extLst xmlns:a="http://schemas.openxmlformats.org/drawingml/2006/main">
              <a:ext uri="{FF2B5EF4-FFF2-40B4-BE49-F238E27FC236}">
                <a16:creationId xmlns:a16="http://schemas.microsoft.com/office/drawing/2014/main" id="{16C5B50A-9E65-4266-8C87-C885D3D8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Customer meeting reference material</a:t>
            </a:r>
          </a:p>
        </p:txBody>
      </p:sp>
      <p:sp>
        <p:nvSpPr>
          <p:cNvPr id="4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42F31F68-1A70-4249-A4BD-86876C06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D454D4DB-C5C6-42EA-B7EF-35358FE3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445425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CAAB6AF7-DCEF-4C48-B6B2-A5C15630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Partner objectives">
            <a:extLst xmlns:a="http://schemas.openxmlformats.org/drawingml/2006/main">
              <a:ext uri="{FF2B5EF4-FFF2-40B4-BE49-F238E27FC236}">
                <a16:creationId xmlns:a16="http://schemas.microsoft.com/office/drawing/2014/main" id="{79C9EF27-0DD4-4A19-8592-BAA79EEF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Partner objectives</a:t>
            </a:r>
          </a:p>
        </p:txBody>
      </p:sp>
      <p:sp>
        <p:nvSpPr>
          <p:cNvPr id="3" name="• Understand the intended customer ">
            <a:extLst xmlns:a="http://schemas.openxmlformats.org/drawingml/2006/main">
              <a:ext uri="{FF2B5EF4-FFF2-40B4-BE49-F238E27FC236}">
                <a16:creationId xmlns:a16="http://schemas.microsoft.com/office/drawing/2014/main" id="{F5609092-4D4F-4CF8-93A0-40029679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Understand the intended customer segments</a:t>
            </a:r>
          </a:p>
        </p:txBody>
      </p:sp>
      <p:sp>
        <p:nvSpPr>
          <p:cNvPr id="4" name="• Confirm the partner role in local">
            <a:extLst xmlns:a="http://schemas.openxmlformats.org/drawingml/2006/main">
              <a:ext uri="{FF2B5EF4-FFF2-40B4-BE49-F238E27FC236}">
                <a16:creationId xmlns:a16="http://schemas.microsoft.com/office/drawing/2014/main" id="{6BF006C6-61DE-47DF-A6F2-B92F24CD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the partner role in local projects</a:t>
            </a:r>
          </a:p>
        </p:txBody>
      </p:sp>
      <p:sp>
        <p:nvSpPr>
          <p:cNvPr id="5" name="• Identify the first opportunities ">
            <a:extLst xmlns:a="http://schemas.openxmlformats.org/drawingml/2006/main">
              <a:ext uri="{FF2B5EF4-FFF2-40B4-BE49-F238E27FC236}">
                <a16:creationId xmlns:a16="http://schemas.microsoft.com/office/drawing/2014/main" id="{5E7C831F-23A8-4A6F-82B2-12517FF4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Identify the first opportunities to validate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29801919-8699-4978-A184-F93FAD3B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9C522B23-E261-47FB-AFC6-8E67AC94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841312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19149D3A-F8E3-43FE-A3E3-C260D960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Capability discussion">
            <a:extLst xmlns:a="http://schemas.openxmlformats.org/drawingml/2006/main">
              <a:ext uri="{FF2B5EF4-FFF2-40B4-BE49-F238E27FC236}">
                <a16:creationId xmlns:a16="http://schemas.microsoft.com/office/drawing/2014/main" id="{DC7C9184-B420-4A57-B6FA-A0981F54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Capability discussion</a:t>
            </a:r>
          </a:p>
        </p:txBody>
      </p:sp>
      <p:sp>
        <p:nvSpPr>
          <p:cNvPr id="3" name="• Assess technical and commercial c">
            <a:extLst xmlns:a="http://schemas.openxmlformats.org/drawingml/2006/main">
              <a:ext uri="{FF2B5EF4-FFF2-40B4-BE49-F238E27FC236}">
                <a16:creationId xmlns:a16="http://schemas.microsoft.com/office/drawing/2014/main" id="{854659AE-35D7-45CA-ADBE-E07CB54C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Assess technical and commercial coverage</a:t>
            </a:r>
          </a:p>
        </p:txBody>
      </p:sp>
      <p:sp>
        <p:nvSpPr>
          <p:cNvPr id="4" name="• Clarify installation and service ">
            <a:extLst xmlns:a="http://schemas.openxmlformats.org/drawingml/2006/main">
              <a:ext uri="{FF2B5EF4-FFF2-40B4-BE49-F238E27FC236}">
                <a16:creationId xmlns:a16="http://schemas.microsoft.com/office/drawing/2014/main" id="{1F1AC74D-E3A4-4D10-9185-3534F452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Clarify installation and service arrangements</a:t>
            </a:r>
          </a:p>
        </p:txBody>
      </p:sp>
      <p:sp>
        <p:nvSpPr>
          <p:cNvPr id="5" name="• Separate stated capability from c">
            <a:extLst xmlns:a="http://schemas.openxmlformats.org/drawingml/2006/main">
              <a:ext uri="{FF2B5EF4-FFF2-40B4-BE49-F238E27FC236}">
                <a16:creationId xmlns:a16="http://schemas.microsoft.com/office/drawing/2014/main" id="{98F535D2-6CB7-459D-8D16-00291466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Separate stated capability from confirmed evidence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A23C1960-CA22-47D6-80C9-B35E5F20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3">
            <a:extLst xmlns:a="http://schemas.openxmlformats.org/drawingml/2006/main">
              <a:ext uri="{FF2B5EF4-FFF2-40B4-BE49-F238E27FC236}">
                <a16:creationId xmlns:a16="http://schemas.microsoft.com/office/drawing/2014/main" id="{E2238B42-E27C-4EEB-96A0-1D95EB5A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60966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F1C1BEC0-307B-4377-A4FC-B6F2DE18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First opportunity review">
            <a:extLst xmlns:a="http://schemas.openxmlformats.org/drawingml/2006/main">
              <a:ext uri="{FF2B5EF4-FFF2-40B4-BE49-F238E27FC236}">
                <a16:creationId xmlns:a16="http://schemas.microsoft.com/office/drawing/2014/main" id="{E10F9F79-F956-4D1E-9F25-D5BE1A5D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First opportunity review</a:t>
            </a:r>
          </a:p>
        </p:txBody>
      </p:sp>
      <p:sp>
        <p:nvSpPr>
          <p:cNvPr id="3" name="Discussion focus">
            <a:extLst xmlns:a="http://schemas.openxmlformats.org/drawingml/2006/main">
              <a:ext uri="{FF2B5EF4-FFF2-40B4-BE49-F238E27FC236}">
                <a16:creationId xmlns:a16="http://schemas.microsoft.com/office/drawing/2014/main" id="{E5DEB876-84F3-4D9C-A0B5-1588AE6E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Discussion focus</a:t>
            </a:r>
          </a:p>
        </p:txBody>
      </p:sp>
      <p:sp>
        <p:nvSpPr>
          <p:cNvPr id="4" name="• Confirm the customer contact and ">
            <a:extLst xmlns:a="http://schemas.openxmlformats.org/drawingml/2006/main">
              <a:ext uri="{FF2B5EF4-FFF2-40B4-BE49-F238E27FC236}">
                <a16:creationId xmlns:a16="http://schemas.microsoft.com/office/drawing/2014/main" id="{FCAEE7CC-C46A-4D15-9F6F-98F0C2E8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the customer contact and project context</a:t>
            </a:r>
          </a:p>
        </p:txBody>
      </p:sp>
      <p:sp>
        <p:nvSpPr>
          <p:cNvPr id="5" name="• Discuss the real requirement and ">
            <a:extLst xmlns:a="http://schemas.openxmlformats.org/drawingml/2006/main">
              <a:ext uri="{FF2B5EF4-FFF2-40B4-BE49-F238E27FC236}">
                <a16:creationId xmlns:a16="http://schemas.microsoft.com/office/drawing/2014/main" id="{21DFA241-9444-4A19-B682-5EDD420B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Discuss the real requirement and timeline</a:t>
            </a:r>
          </a:p>
        </p:txBody>
      </p:sp>
      <p:sp>
        <p:nvSpPr>
          <p:cNvPr id="6" name="Customer confirmation">
            <a:extLst xmlns:a="http://schemas.openxmlformats.org/drawingml/2006/main">
              <a:ext uri="{FF2B5EF4-FFF2-40B4-BE49-F238E27FC236}">
                <a16:creationId xmlns:a16="http://schemas.microsoft.com/office/drawing/2014/main" id="{EE9C4694-79A1-44F2-A18D-60B758AA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Customer confirmation</a:t>
            </a:r>
          </a:p>
        </p:txBody>
      </p:sp>
      <p:sp>
        <p:nvSpPr>
          <p:cNvPr id="7" name="• Record qualification gaps">
            <a:extLst xmlns:a="http://schemas.openxmlformats.org/drawingml/2006/main">
              <a:ext uri="{FF2B5EF4-FFF2-40B4-BE49-F238E27FC236}">
                <a16:creationId xmlns:a16="http://schemas.microsoft.com/office/drawing/2014/main" id="{DCB783CB-FC53-46C4-9178-0693A308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76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Record qualification gaps</a:t>
            </a:r>
          </a:p>
        </p:txBody>
      </p:sp>
      <p:sp>
        <p:nvSpPr>
          <p:cNvPr id="8" name="• Record unresolved items and owner">
            <a:extLst xmlns:a="http://schemas.openxmlformats.org/drawingml/2006/main">
              <a:ext uri="{FF2B5EF4-FFF2-40B4-BE49-F238E27FC236}">
                <a16:creationId xmlns:a16="http://schemas.microsoft.com/office/drawing/2014/main" id="{D2AA0A3E-D065-4FE6-B69B-403D8CBD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481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Record unresolved items and owners</a:t>
            </a:r>
          </a:p>
        </p:txBody>
      </p:sp>
      <p:sp>
        <p:nvSpPr>
          <p:cNvPr id="9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2A47553C-C5C0-4597-BC81-EA350844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10" name="4">
            <a:extLst xmlns:a="http://schemas.openxmlformats.org/drawingml/2006/main">
              <a:ext uri="{FF2B5EF4-FFF2-40B4-BE49-F238E27FC236}">
                <a16:creationId xmlns:a16="http://schemas.microsoft.com/office/drawing/2014/main" id="{B74850C9-90F8-4CD6-B5B8-0F1F388E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04809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BB9BE21C-6F22-4EF1-B14A-CA66B42A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Joint delivery boundaries">
            <a:extLst xmlns:a="http://schemas.openxmlformats.org/drawingml/2006/main">
              <a:ext uri="{FF2B5EF4-FFF2-40B4-BE49-F238E27FC236}">
                <a16:creationId xmlns:a16="http://schemas.microsoft.com/office/drawing/2014/main" id="{0FB1C03F-5023-4BFD-A425-7866BF86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Joint delivery boundaries</a:t>
            </a:r>
          </a:p>
        </p:txBody>
      </p:sp>
      <p:sp>
        <p:nvSpPr>
          <p:cNvPr id="3" name="• Assign customer and technical com">
            <a:extLst xmlns:a="http://schemas.openxmlformats.org/drawingml/2006/main">
              <a:ext uri="{FF2B5EF4-FFF2-40B4-BE49-F238E27FC236}">
                <a16:creationId xmlns:a16="http://schemas.microsoft.com/office/drawing/2014/main" id="{FC20ACB7-FEE4-42AD-8ACE-63E9DD7C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Assign customer and technical communication roles</a:t>
            </a:r>
          </a:p>
        </p:txBody>
      </p:sp>
      <p:sp>
        <p:nvSpPr>
          <p:cNvPr id="4" name="• Define escalation responsibilitie">
            <a:extLst xmlns:a="http://schemas.openxmlformats.org/drawingml/2006/main">
              <a:ext uri="{FF2B5EF4-FFF2-40B4-BE49-F238E27FC236}">
                <a16:creationId xmlns:a16="http://schemas.microsoft.com/office/drawing/2014/main" id="{657A6EAA-A606-4DDC-B6D2-C64A962D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Define escalation responsibilities</a:t>
            </a:r>
          </a:p>
        </p:txBody>
      </p:sp>
      <p:sp>
        <p:nvSpPr>
          <p:cNvPr id="5" name="• Confirm service interfaces before">
            <a:extLst xmlns:a="http://schemas.openxmlformats.org/drawingml/2006/main">
              <a:ext uri="{FF2B5EF4-FFF2-40B4-BE49-F238E27FC236}">
                <a16:creationId xmlns:a16="http://schemas.microsoft.com/office/drawing/2014/main" id="{D1BA4B45-B58E-4B95-B894-3B2D3735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service interfaces before commitments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283BC83F-3811-4A22-815C-2AC84EBC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5">
            <a:extLst xmlns:a="http://schemas.openxmlformats.org/drawingml/2006/main">
              <a:ext uri="{FF2B5EF4-FFF2-40B4-BE49-F238E27FC236}">
                <a16:creationId xmlns:a16="http://schemas.microsoft.com/office/drawing/2014/main" id="{E4EC2EAD-0C6B-47F4-BCBC-2868424C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985862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BA94EC95-091F-437A-8CA7-35867ADB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Activation milestones">
            <a:extLst xmlns:a="http://schemas.openxmlformats.org/drawingml/2006/main">
              <a:ext uri="{FF2B5EF4-FFF2-40B4-BE49-F238E27FC236}">
                <a16:creationId xmlns:a16="http://schemas.microsoft.com/office/drawing/2014/main" id="{8AA24063-0438-4FB5-9549-D2222AA0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Activation milestones</a:t>
            </a:r>
          </a:p>
        </p:txBody>
      </p:sp>
      <p:sp>
        <p:nvSpPr>
          <p:cNvPr id="3" name="• Start with a joint opportunity re">
            <a:extLst xmlns:a="http://schemas.openxmlformats.org/drawingml/2006/main">
              <a:ext uri="{FF2B5EF4-FFF2-40B4-BE49-F238E27FC236}">
                <a16:creationId xmlns:a16="http://schemas.microsoft.com/office/drawing/2014/main" id="{6FEE83D6-928F-44C4-8744-549FC5F4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Start with a joint opportunity review</a:t>
            </a:r>
          </a:p>
        </p:txBody>
      </p:sp>
      <p:sp>
        <p:nvSpPr>
          <p:cNvPr id="4" name="• Agree required training and suppo">
            <a:extLst xmlns:a="http://schemas.openxmlformats.org/drawingml/2006/main">
              <a:ext uri="{FF2B5EF4-FFF2-40B4-BE49-F238E27FC236}">
                <a16:creationId xmlns:a16="http://schemas.microsoft.com/office/drawing/2014/main" id="{DF59688A-DBE7-4011-B567-24980F3A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Agree required training and support</a:t>
            </a:r>
          </a:p>
        </p:txBody>
      </p:sp>
      <p:sp>
        <p:nvSpPr>
          <p:cNvPr id="5" name="• Tie further resources to verified">
            <a:extLst xmlns:a="http://schemas.openxmlformats.org/drawingml/2006/main">
              <a:ext uri="{FF2B5EF4-FFF2-40B4-BE49-F238E27FC236}">
                <a16:creationId xmlns:a16="http://schemas.microsoft.com/office/drawing/2014/main" id="{3046F37F-FC02-4325-9C65-F8A1D8D9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Tie further resources to verified progress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FBD45D11-F4CE-48EE-96BA-21E4FAAA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6">
            <a:extLst xmlns:a="http://schemas.openxmlformats.org/drawingml/2006/main">
              <a:ext uri="{FF2B5EF4-FFF2-40B4-BE49-F238E27FC236}">
                <a16:creationId xmlns:a16="http://schemas.microsoft.com/office/drawing/2014/main" id="{A85C1CF5-A355-4860-9DD1-4E62EEA1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509814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DE44656A-203F-4C17-8BDC-729B0ABC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Cooperation questions">
            <a:extLst xmlns:a="http://schemas.openxmlformats.org/drawingml/2006/main">
              <a:ext uri="{FF2B5EF4-FFF2-40B4-BE49-F238E27FC236}">
                <a16:creationId xmlns:a16="http://schemas.microsoft.com/office/drawing/2014/main" id="{C78961D7-79A9-4315-9025-E7BB21B0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Cooperation questions</a:t>
            </a:r>
          </a:p>
        </p:txBody>
      </p:sp>
      <p:sp>
        <p:nvSpPr>
          <p:cNvPr id="3" name="• Who has access to the customer de">
            <a:extLst xmlns:a="http://schemas.openxmlformats.org/drawingml/2006/main">
              <a:ext uri="{FF2B5EF4-FFF2-40B4-BE49-F238E27FC236}">
                <a16:creationId xmlns:a16="http://schemas.microsoft.com/office/drawing/2014/main" id="{6977C8DB-3A28-4F95-8133-D8AB9F6D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Who has access to the customer decision process?</a:t>
            </a:r>
          </a:p>
        </p:txBody>
      </p:sp>
      <p:sp>
        <p:nvSpPr>
          <p:cNvPr id="4" name="• Which service gaps need local sup">
            <a:extLst xmlns:a="http://schemas.openxmlformats.org/drawingml/2006/main">
              <a:ext uri="{FF2B5EF4-FFF2-40B4-BE49-F238E27FC236}">
                <a16:creationId xmlns:a16="http://schemas.microsoft.com/office/drawing/2014/main" id="{69F4525C-13DB-47CB-AF45-DD80ABC5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Which service gaps need local support?</a:t>
            </a:r>
          </a:p>
        </p:txBody>
      </p:sp>
      <p:sp>
        <p:nvSpPr>
          <p:cNvPr id="5" name="• What is the first agreed customer">
            <a:extLst xmlns:a="http://schemas.openxmlformats.org/drawingml/2006/main">
              <a:ext uri="{FF2B5EF4-FFF2-40B4-BE49-F238E27FC236}">
                <a16:creationId xmlns:a16="http://schemas.microsoft.com/office/drawing/2014/main" id="{3B7B2AB4-31AF-410C-8EEE-FAC9C99A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What is the first agreed customer action?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23D3A8CA-C074-4F26-ABAA-DC3E0D08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7">
            <a:extLst xmlns:a="http://schemas.openxmlformats.org/drawingml/2006/main">
              <a:ext uri="{FF2B5EF4-FFF2-40B4-BE49-F238E27FC236}">
                <a16:creationId xmlns:a16="http://schemas.microsoft.com/office/drawing/2014/main" id="{5FABD92F-DB27-4AD7-8A4E-7DB3F647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605359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042D6875-122B-4F9F-AD57-75FEACE8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Discussion and next steps">
            <a:extLst xmlns:a="http://schemas.openxmlformats.org/drawingml/2006/main">
              <a:ext uri="{FF2B5EF4-FFF2-40B4-BE49-F238E27FC236}">
                <a16:creationId xmlns:a16="http://schemas.microsoft.com/office/drawing/2014/main" id="{42912C2B-BCCA-435A-A79F-803DD313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Discussion and next steps</a:t>
            </a:r>
          </a:p>
        </p:txBody>
      </p:sp>
      <p:sp>
        <p:nvSpPr>
          <p:cNvPr id="3" name="• Confirm the customer priorities">
            <a:extLst xmlns:a="http://schemas.openxmlformats.org/drawingml/2006/main">
              <a:ext uri="{FF2B5EF4-FFF2-40B4-BE49-F238E27FC236}">
                <a16:creationId xmlns:a16="http://schemas.microsoft.com/office/drawing/2014/main" id="{2FE34B5A-515A-4F4C-911A-039C18DE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the customer priorities</a:t>
            </a:r>
          </a:p>
        </p:txBody>
      </p:sp>
      <p:sp>
        <p:nvSpPr>
          <p:cNvPr id="4" name="• Agree owners for open questions">
            <a:extLst xmlns:a="http://schemas.openxmlformats.org/drawingml/2006/main">
              <a:ext uri="{FF2B5EF4-FFF2-40B4-BE49-F238E27FC236}">
                <a16:creationId xmlns:a16="http://schemas.microsoft.com/office/drawing/2014/main" id="{5341F913-5165-45AB-8393-A3123250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Agree owners for open questions</a:t>
            </a:r>
          </a:p>
        </p:txBody>
      </p:sp>
      <p:sp>
        <p:nvSpPr>
          <p:cNvPr id="5" name="• Set the next review milestone">
            <a:extLst xmlns:a="http://schemas.openxmlformats.org/drawingml/2006/main">
              <a:ext uri="{FF2B5EF4-FFF2-40B4-BE49-F238E27FC236}">
                <a16:creationId xmlns:a16="http://schemas.microsoft.com/office/drawing/2014/main" id="{662293F7-521F-46A5-8300-1CFE820A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Set the next review milestone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0CD1B313-32FB-4A0E-84F6-D7D21059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8">
            <a:extLst xmlns:a="http://schemas.openxmlformats.org/drawingml/2006/main">
              <a:ext uri="{FF2B5EF4-FFF2-40B4-BE49-F238E27FC236}">
                <a16:creationId xmlns:a16="http://schemas.microsoft.com/office/drawing/2014/main" id="{7588C464-1F2F-4709-9FCF-FD0DB088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735922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2026-10-25T17:21:18.3590000Z</dcterms:created>
  <dcterms:modified xsi:type="dcterms:W3CDTF">2026-10-25T17:21:18.3590000Z</dcterms:modified>
</coreProperties>
</file>